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257" r:id="rId2"/>
    <p:sldId id="256" r:id="rId3"/>
    <p:sldId id="288" r:id="rId4"/>
    <p:sldId id="289" r:id="rId5"/>
    <p:sldId id="290" r:id="rId6"/>
    <p:sldId id="291" r:id="rId7"/>
    <p:sldId id="292" r:id="rId8"/>
    <p:sldId id="311" r:id="rId9"/>
    <p:sldId id="293" r:id="rId10"/>
    <p:sldId id="262" r:id="rId11"/>
    <p:sldId id="263" r:id="rId12"/>
    <p:sldId id="264" r:id="rId13"/>
    <p:sldId id="272" r:id="rId14"/>
    <p:sldId id="273" r:id="rId15"/>
    <p:sldId id="265" r:id="rId16"/>
    <p:sldId id="266" r:id="rId17"/>
    <p:sldId id="294" r:id="rId18"/>
    <p:sldId id="295" r:id="rId19"/>
    <p:sldId id="296" r:id="rId20"/>
    <p:sldId id="298" r:id="rId21"/>
    <p:sldId id="297" r:id="rId22"/>
    <p:sldId id="299" r:id="rId23"/>
    <p:sldId id="300" r:id="rId24"/>
    <p:sldId id="301" r:id="rId25"/>
    <p:sldId id="302" r:id="rId26"/>
    <p:sldId id="303" r:id="rId27"/>
    <p:sldId id="304" r:id="rId28"/>
    <p:sldId id="259" r:id="rId29"/>
    <p:sldId id="260" r:id="rId30"/>
    <p:sldId id="261" r:id="rId31"/>
    <p:sldId id="305" r:id="rId32"/>
    <p:sldId id="306" r:id="rId33"/>
    <p:sldId id="307" r:id="rId34"/>
    <p:sldId id="308" r:id="rId35"/>
    <p:sldId id="309" r:id="rId36"/>
    <p:sldId id="310" r:id="rId37"/>
    <p:sldId id="278" r:id="rId38"/>
    <p:sldId id="281" r:id="rId39"/>
    <p:sldId id="282" r:id="rId40"/>
    <p:sldId id="28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0FF562-1671-4F20-8D86-E6A065536058}" v="71" dt="2026-09-10T10:11:30.5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992" autoAdjust="0"/>
  </p:normalViewPr>
  <p:slideViewPr>
    <p:cSldViewPr snapToGrid="0">
      <p:cViewPr varScale="1">
        <p:scale>
          <a:sx n="80" d="100"/>
          <a:sy n="80" d="100"/>
        </p:scale>
        <p:origin x="782" y="5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ZA KHAN" userId="49b73bd8-6afc-47db-8ee9-a3d9e4f65dc0" providerId="ADAL" clId="{4B9DAC7E-8B1C-4215-AE82-34466FE0114B}"/>
    <pc:docChg chg="undo redo custSel addSld delSld modSld sldOrd">
      <pc:chgData name="FAIZA KHAN" userId="49b73bd8-6afc-47db-8ee9-a3d9e4f65dc0" providerId="ADAL" clId="{4B9DAC7E-8B1C-4215-AE82-34466FE0114B}" dt="2026-09-10T10:11:00.569" v="1461" actId="478"/>
      <pc:docMkLst>
        <pc:docMk/>
      </pc:docMkLst>
      <pc:sldChg chg="modSp mod">
        <pc:chgData name="FAIZA KHAN" userId="49b73bd8-6afc-47db-8ee9-a3d9e4f65dc0" providerId="ADAL" clId="{4B9DAC7E-8B1C-4215-AE82-34466FE0114B}" dt="2026-09-10T10:08:19.943" v="1459" actId="122"/>
        <pc:sldMkLst>
          <pc:docMk/>
          <pc:sldMk cId="553254871" sldId="256"/>
        </pc:sldMkLst>
        <pc:spChg chg="mod">
          <ac:chgData name="FAIZA KHAN" userId="49b73bd8-6afc-47db-8ee9-a3d9e4f65dc0" providerId="ADAL" clId="{4B9DAC7E-8B1C-4215-AE82-34466FE0114B}" dt="2026-09-10T10:07:33.396" v="1458" actId="20577"/>
          <ac:spMkLst>
            <pc:docMk/>
            <pc:sldMk cId="553254871" sldId="256"/>
            <ac:spMk id="2" creationId="{00000000-0000-0000-0000-000000000000}"/>
          </ac:spMkLst>
        </pc:spChg>
        <pc:spChg chg="mod">
          <ac:chgData name="FAIZA KHAN" userId="49b73bd8-6afc-47db-8ee9-a3d9e4f65dc0" providerId="ADAL" clId="{4B9DAC7E-8B1C-4215-AE82-34466FE0114B}" dt="2026-09-10T10:08:19.943" v="1459" actId="122"/>
          <ac:spMkLst>
            <pc:docMk/>
            <pc:sldMk cId="553254871" sldId="256"/>
            <ac:spMk id="3" creationId="{F1511608-C790-9073-622A-E33924236C90}"/>
          </ac:spMkLst>
        </pc:spChg>
      </pc:sldChg>
      <pc:sldChg chg="delSp modSp add mod setBg delDesignElem">
        <pc:chgData name="FAIZA KHAN" userId="49b73bd8-6afc-47db-8ee9-a3d9e4f65dc0" providerId="ADAL" clId="{4B9DAC7E-8B1C-4215-AE82-34466FE0114B}" dt="2026-09-09T06:31:54.563" v="1375" actId="478"/>
        <pc:sldMkLst>
          <pc:docMk/>
          <pc:sldMk cId="684378310" sldId="259"/>
        </pc:sldMkLst>
        <pc:spChg chg="mod">
          <ac:chgData name="FAIZA KHAN" userId="49b73bd8-6afc-47db-8ee9-a3d9e4f65dc0" providerId="ADAL" clId="{4B9DAC7E-8B1C-4215-AE82-34466FE0114B}" dt="2026-09-09T05:45:19.608" v="1320" actId="1076"/>
          <ac:spMkLst>
            <pc:docMk/>
            <pc:sldMk cId="684378310" sldId="259"/>
            <ac:spMk id="2" creationId="{00000000-0000-0000-0000-000000000000}"/>
          </ac:spMkLst>
        </pc:spChg>
        <pc:spChg chg="del">
          <ac:chgData name="FAIZA KHAN" userId="49b73bd8-6afc-47db-8ee9-a3d9e4f65dc0" providerId="ADAL" clId="{4B9DAC7E-8B1C-4215-AE82-34466FE0114B}" dt="2026-09-09T06:31:54.563" v="1375" actId="478"/>
          <ac:spMkLst>
            <pc:docMk/>
            <pc:sldMk cId="684378310" sldId="259"/>
            <ac:spMk id="5" creationId="{00000000-0000-0000-0000-000000000000}"/>
          </ac:spMkLst>
        </pc:spChg>
        <pc:spChg chg="del">
          <ac:chgData name="FAIZA KHAN" userId="49b73bd8-6afc-47db-8ee9-a3d9e4f65dc0" providerId="ADAL" clId="{4B9DAC7E-8B1C-4215-AE82-34466FE0114B}" dt="2026-09-09T05:44:52.388" v="1319"/>
          <ac:spMkLst>
            <pc:docMk/>
            <pc:sldMk cId="684378310" sldId="259"/>
            <ac:spMk id="1051" creationId="{D9BD230D-0708-4782-93C2-6421485EDE4E}"/>
          </ac:spMkLst>
        </pc:spChg>
        <pc:spChg chg="del">
          <ac:chgData name="FAIZA KHAN" userId="49b73bd8-6afc-47db-8ee9-a3d9e4f65dc0" providerId="ADAL" clId="{4B9DAC7E-8B1C-4215-AE82-34466FE0114B}" dt="2026-09-09T05:44:52.388" v="1319"/>
          <ac:spMkLst>
            <pc:docMk/>
            <pc:sldMk cId="684378310" sldId="259"/>
            <ac:spMk id="1052" creationId="{D630D25A-547E-4D17-B65E-FA2B88893184}"/>
          </ac:spMkLst>
        </pc:spChg>
        <pc:spChg chg="del">
          <ac:chgData name="FAIZA KHAN" userId="49b73bd8-6afc-47db-8ee9-a3d9e4f65dc0" providerId="ADAL" clId="{4B9DAC7E-8B1C-4215-AE82-34466FE0114B}" dt="2026-09-09T05:44:52.388" v="1319"/>
          <ac:spMkLst>
            <pc:docMk/>
            <pc:sldMk cId="684378310" sldId="259"/>
            <ac:spMk id="1053" creationId="{F39C56FC-EE04-4CE0-8DE2-736A201E9A38}"/>
          </ac:spMkLst>
        </pc:spChg>
      </pc:sldChg>
      <pc:sldChg chg="delSp add setBg delDesignElem">
        <pc:chgData name="FAIZA KHAN" userId="49b73bd8-6afc-47db-8ee9-a3d9e4f65dc0" providerId="ADAL" clId="{4B9DAC7E-8B1C-4215-AE82-34466FE0114B}" dt="2026-09-09T05:44:52.388" v="1319"/>
        <pc:sldMkLst>
          <pc:docMk/>
          <pc:sldMk cId="438735557" sldId="260"/>
        </pc:sldMkLst>
        <pc:spChg chg="del">
          <ac:chgData name="FAIZA KHAN" userId="49b73bd8-6afc-47db-8ee9-a3d9e4f65dc0" providerId="ADAL" clId="{4B9DAC7E-8B1C-4215-AE82-34466FE0114B}" dt="2026-09-09T05:44:52.388" v="1319"/>
          <ac:spMkLst>
            <pc:docMk/>
            <pc:sldMk cId="438735557" sldId="260"/>
            <ac:spMk id="53" creationId="{C2ED0803-0133-49C2-9858-E132FF173AAD}"/>
          </ac:spMkLst>
        </pc:spChg>
        <pc:spChg chg="del">
          <ac:chgData name="FAIZA KHAN" userId="49b73bd8-6afc-47db-8ee9-a3d9e4f65dc0" providerId="ADAL" clId="{4B9DAC7E-8B1C-4215-AE82-34466FE0114B}" dt="2026-09-09T05:44:52.388" v="1319"/>
          <ac:spMkLst>
            <pc:docMk/>
            <pc:sldMk cId="438735557" sldId="260"/>
            <ac:spMk id="55" creationId="{C379F6D6-AB42-424F-9B81-E57F502B6AA6}"/>
          </ac:spMkLst>
        </pc:spChg>
        <pc:spChg chg="del">
          <ac:chgData name="FAIZA KHAN" userId="49b73bd8-6afc-47db-8ee9-a3d9e4f65dc0" providerId="ADAL" clId="{4B9DAC7E-8B1C-4215-AE82-34466FE0114B}" dt="2026-09-09T05:44:52.388" v="1319"/>
          <ac:spMkLst>
            <pc:docMk/>
            <pc:sldMk cId="438735557" sldId="260"/>
            <ac:spMk id="57" creationId="{5BAFE5D0-C0A7-4C07-B852-6F0A7CF2ADBB}"/>
          </ac:spMkLst>
        </pc:spChg>
      </pc:sldChg>
      <pc:sldChg chg="add">
        <pc:chgData name="FAIZA KHAN" userId="49b73bd8-6afc-47db-8ee9-a3d9e4f65dc0" providerId="ADAL" clId="{4B9DAC7E-8B1C-4215-AE82-34466FE0114B}" dt="2026-09-09T05:44:52.388" v="1319"/>
        <pc:sldMkLst>
          <pc:docMk/>
          <pc:sldMk cId="627644259" sldId="261"/>
        </pc:sldMkLst>
      </pc:sldChg>
      <pc:sldChg chg="addSp modSp mod">
        <pc:chgData name="FAIZA KHAN" userId="49b73bd8-6afc-47db-8ee9-a3d9e4f65dc0" providerId="ADAL" clId="{4B9DAC7E-8B1C-4215-AE82-34466FE0114B}" dt="2026-09-08T08:13:17.386" v="787" actId="113"/>
        <pc:sldMkLst>
          <pc:docMk/>
          <pc:sldMk cId="3538530330" sldId="262"/>
        </pc:sldMkLst>
        <pc:spChg chg="mod">
          <ac:chgData name="FAIZA KHAN" userId="49b73bd8-6afc-47db-8ee9-a3d9e4f65dc0" providerId="ADAL" clId="{4B9DAC7E-8B1C-4215-AE82-34466FE0114B}" dt="2026-09-08T08:01:42.965" v="724" actId="6549"/>
          <ac:spMkLst>
            <pc:docMk/>
            <pc:sldMk cId="3538530330" sldId="262"/>
            <ac:spMk id="2" creationId="{00000000-0000-0000-0000-000000000000}"/>
          </ac:spMkLst>
        </pc:spChg>
        <pc:spChg chg="add mod">
          <ac:chgData name="FAIZA KHAN" userId="49b73bd8-6afc-47db-8ee9-a3d9e4f65dc0" providerId="ADAL" clId="{4B9DAC7E-8B1C-4215-AE82-34466FE0114B}" dt="2026-09-08T08:13:17.386" v="787" actId="113"/>
          <ac:spMkLst>
            <pc:docMk/>
            <pc:sldMk cId="3538530330" sldId="262"/>
            <ac:spMk id="5" creationId="{03297582-03CD-A07E-6405-5B5CAA25E578}"/>
          </ac:spMkLst>
        </pc:spChg>
        <pc:graphicFrameChg chg="mod">
          <ac:chgData name="FAIZA KHAN" userId="49b73bd8-6afc-47db-8ee9-a3d9e4f65dc0" providerId="ADAL" clId="{4B9DAC7E-8B1C-4215-AE82-34466FE0114B}" dt="2026-09-08T08:12:51.702" v="774"/>
          <ac:graphicFrameMkLst>
            <pc:docMk/>
            <pc:sldMk cId="3538530330" sldId="262"/>
            <ac:graphicFrameMk id="18" creationId="{48C5137E-3859-5D18-B09C-49B02F779BE3}"/>
          </ac:graphicFrameMkLst>
        </pc:graphicFrameChg>
      </pc:sldChg>
      <pc:sldChg chg="modSp mod">
        <pc:chgData name="FAIZA KHAN" userId="49b73bd8-6afc-47db-8ee9-a3d9e4f65dc0" providerId="ADAL" clId="{4B9DAC7E-8B1C-4215-AE82-34466FE0114B}" dt="2026-09-08T08:15:37.508" v="814" actId="20577"/>
        <pc:sldMkLst>
          <pc:docMk/>
          <pc:sldMk cId="4119636786" sldId="263"/>
        </pc:sldMkLst>
        <pc:spChg chg="mod">
          <ac:chgData name="FAIZA KHAN" userId="49b73bd8-6afc-47db-8ee9-a3d9e4f65dc0" providerId="ADAL" clId="{4B9DAC7E-8B1C-4215-AE82-34466FE0114B}" dt="2026-09-08T08:15:37.508" v="814" actId="20577"/>
          <ac:spMkLst>
            <pc:docMk/>
            <pc:sldMk cId="4119636786" sldId="263"/>
            <ac:spMk id="3" creationId="{00000000-0000-0000-0000-000000000000}"/>
          </ac:spMkLst>
        </pc:spChg>
      </pc:sldChg>
      <pc:sldChg chg="del">
        <pc:chgData name="FAIZA KHAN" userId="49b73bd8-6afc-47db-8ee9-a3d9e4f65dc0" providerId="ADAL" clId="{4B9DAC7E-8B1C-4215-AE82-34466FE0114B}" dt="2026-09-09T05:59:24.118" v="1325" actId="47"/>
        <pc:sldMkLst>
          <pc:docMk/>
          <pc:sldMk cId="1825125608" sldId="267"/>
        </pc:sldMkLst>
      </pc:sldChg>
      <pc:sldChg chg="del">
        <pc:chgData name="FAIZA KHAN" userId="49b73bd8-6afc-47db-8ee9-a3d9e4f65dc0" providerId="ADAL" clId="{4B9DAC7E-8B1C-4215-AE82-34466FE0114B}" dt="2026-09-09T05:59:24.118" v="1325" actId="47"/>
        <pc:sldMkLst>
          <pc:docMk/>
          <pc:sldMk cId="3688113203" sldId="268"/>
        </pc:sldMkLst>
      </pc:sldChg>
      <pc:sldChg chg="del">
        <pc:chgData name="FAIZA KHAN" userId="49b73bd8-6afc-47db-8ee9-a3d9e4f65dc0" providerId="ADAL" clId="{4B9DAC7E-8B1C-4215-AE82-34466FE0114B}" dt="2026-09-09T05:59:24.118" v="1325" actId="47"/>
        <pc:sldMkLst>
          <pc:docMk/>
          <pc:sldMk cId="4243848569" sldId="269"/>
        </pc:sldMkLst>
      </pc:sldChg>
      <pc:sldChg chg="del">
        <pc:chgData name="FAIZA KHAN" userId="49b73bd8-6afc-47db-8ee9-a3d9e4f65dc0" providerId="ADAL" clId="{4B9DAC7E-8B1C-4215-AE82-34466FE0114B}" dt="2026-09-09T05:59:24.118" v="1325" actId="47"/>
        <pc:sldMkLst>
          <pc:docMk/>
          <pc:sldMk cId="2242006765" sldId="270"/>
        </pc:sldMkLst>
      </pc:sldChg>
      <pc:sldChg chg="del">
        <pc:chgData name="FAIZA KHAN" userId="49b73bd8-6afc-47db-8ee9-a3d9e4f65dc0" providerId="ADAL" clId="{4B9DAC7E-8B1C-4215-AE82-34466FE0114B}" dt="2026-09-09T05:59:24.118" v="1325" actId="47"/>
        <pc:sldMkLst>
          <pc:docMk/>
          <pc:sldMk cId="818028287" sldId="271"/>
        </pc:sldMkLst>
      </pc:sldChg>
      <pc:sldChg chg="add">
        <pc:chgData name="FAIZA KHAN" userId="49b73bd8-6afc-47db-8ee9-a3d9e4f65dc0" providerId="ADAL" clId="{4B9DAC7E-8B1C-4215-AE82-34466FE0114B}" dt="2026-09-08T11:10:23.900" v="821"/>
        <pc:sldMkLst>
          <pc:docMk/>
          <pc:sldMk cId="20515158" sldId="272"/>
        </pc:sldMkLst>
      </pc:sldChg>
      <pc:sldChg chg="add">
        <pc:chgData name="FAIZA KHAN" userId="49b73bd8-6afc-47db-8ee9-a3d9e4f65dc0" providerId="ADAL" clId="{4B9DAC7E-8B1C-4215-AE82-34466FE0114B}" dt="2026-09-08T11:10:23.900" v="821"/>
        <pc:sldMkLst>
          <pc:docMk/>
          <pc:sldMk cId="1778187809" sldId="273"/>
        </pc:sldMkLst>
      </pc:sldChg>
      <pc:sldChg chg="del">
        <pc:chgData name="FAIZA KHAN" userId="49b73bd8-6afc-47db-8ee9-a3d9e4f65dc0" providerId="ADAL" clId="{4B9DAC7E-8B1C-4215-AE82-34466FE0114B}" dt="2026-09-09T05:59:24.118" v="1325" actId="47"/>
        <pc:sldMkLst>
          <pc:docMk/>
          <pc:sldMk cId="1106178215" sldId="274"/>
        </pc:sldMkLst>
      </pc:sldChg>
      <pc:sldChg chg="del">
        <pc:chgData name="FAIZA KHAN" userId="49b73bd8-6afc-47db-8ee9-a3d9e4f65dc0" providerId="ADAL" clId="{4B9DAC7E-8B1C-4215-AE82-34466FE0114B}" dt="2026-09-09T05:59:24.118" v="1325" actId="47"/>
        <pc:sldMkLst>
          <pc:docMk/>
          <pc:sldMk cId="3544655409" sldId="275"/>
        </pc:sldMkLst>
      </pc:sldChg>
      <pc:sldChg chg="del">
        <pc:chgData name="FAIZA KHAN" userId="49b73bd8-6afc-47db-8ee9-a3d9e4f65dc0" providerId="ADAL" clId="{4B9DAC7E-8B1C-4215-AE82-34466FE0114B}" dt="2026-09-09T05:59:24.118" v="1325" actId="47"/>
        <pc:sldMkLst>
          <pc:docMk/>
          <pc:sldMk cId="1760094133" sldId="276"/>
        </pc:sldMkLst>
      </pc:sldChg>
      <pc:sldChg chg="del">
        <pc:chgData name="FAIZA KHAN" userId="49b73bd8-6afc-47db-8ee9-a3d9e4f65dc0" providerId="ADAL" clId="{4B9DAC7E-8B1C-4215-AE82-34466FE0114B}" dt="2026-09-09T05:59:24.118" v="1325" actId="47"/>
        <pc:sldMkLst>
          <pc:docMk/>
          <pc:sldMk cId="888839687" sldId="277"/>
        </pc:sldMkLst>
      </pc:sldChg>
      <pc:sldChg chg="del">
        <pc:chgData name="FAIZA KHAN" userId="49b73bd8-6afc-47db-8ee9-a3d9e4f65dc0" providerId="ADAL" clId="{4B9DAC7E-8B1C-4215-AE82-34466FE0114B}" dt="2026-09-09T05:59:24.118" v="1325" actId="47"/>
        <pc:sldMkLst>
          <pc:docMk/>
          <pc:sldMk cId="2290979216" sldId="279"/>
        </pc:sldMkLst>
      </pc:sldChg>
      <pc:sldChg chg="del">
        <pc:chgData name="FAIZA KHAN" userId="49b73bd8-6afc-47db-8ee9-a3d9e4f65dc0" providerId="ADAL" clId="{4B9DAC7E-8B1C-4215-AE82-34466FE0114B}" dt="2026-09-09T05:59:24.118" v="1325" actId="47"/>
        <pc:sldMkLst>
          <pc:docMk/>
          <pc:sldMk cId="3211263323" sldId="280"/>
        </pc:sldMkLst>
      </pc:sldChg>
      <pc:sldChg chg="del">
        <pc:chgData name="FAIZA KHAN" userId="49b73bd8-6afc-47db-8ee9-a3d9e4f65dc0" providerId="ADAL" clId="{4B9DAC7E-8B1C-4215-AE82-34466FE0114B}" dt="2026-09-09T05:59:24.118" v="1325" actId="47"/>
        <pc:sldMkLst>
          <pc:docMk/>
          <pc:sldMk cId="4118557926" sldId="284"/>
        </pc:sldMkLst>
      </pc:sldChg>
      <pc:sldChg chg="del">
        <pc:chgData name="FAIZA KHAN" userId="49b73bd8-6afc-47db-8ee9-a3d9e4f65dc0" providerId="ADAL" clId="{4B9DAC7E-8B1C-4215-AE82-34466FE0114B}" dt="2026-09-09T05:59:24.118" v="1325" actId="47"/>
        <pc:sldMkLst>
          <pc:docMk/>
          <pc:sldMk cId="569602920" sldId="285"/>
        </pc:sldMkLst>
      </pc:sldChg>
      <pc:sldChg chg="del">
        <pc:chgData name="FAIZA KHAN" userId="49b73bd8-6afc-47db-8ee9-a3d9e4f65dc0" providerId="ADAL" clId="{4B9DAC7E-8B1C-4215-AE82-34466FE0114B}" dt="2026-09-09T05:59:24.118" v="1325" actId="47"/>
        <pc:sldMkLst>
          <pc:docMk/>
          <pc:sldMk cId="312862463" sldId="286"/>
        </pc:sldMkLst>
      </pc:sldChg>
      <pc:sldChg chg="del">
        <pc:chgData name="FAIZA KHAN" userId="49b73bd8-6afc-47db-8ee9-a3d9e4f65dc0" providerId="ADAL" clId="{4B9DAC7E-8B1C-4215-AE82-34466FE0114B}" dt="2026-09-09T05:59:24.118" v="1325" actId="47"/>
        <pc:sldMkLst>
          <pc:docMk/>
          <pc:sldMk cId="177202178" sldId="287"/>
        </pc:sldMkLst>
      </pc:sldChg>
      <pc:sldChg chg="addSp modSp new mod">
        <pc:chgData name="FAIZA KHAN" userId="49b73bd8-6afc-47db-8ee9-a3d9e4f65dc0" providerId="ADAL" clId="{4B9DAC7E-8B1C-4215-AE82-34466FE0114B}" dt="2026-09-08T04:57:17.673" v="524" actId="20577"/>
        <pc:sldMkLst>
          <pc:docMk/>
          <pc:sldMk cId="1848147819" sldId="288"/>
        </pc:sldMkLst>
        <pc:spChg chg="mod">
          <ac:chgData name="FAIZA KHAN" userId="49b73bd8-6afc-47db-8ee9-a3d9e4f65dc0" providerId="ADAL" clId="{4B9DAC7E-8B1C-4215-AE82-34466FE0114B}" dt="2026-09-08T04:40:51.925" v="458" actId="20577"/>
          <ac:spMkLst>
            <pc:docMk/>
            <pc:sldMk cId="1848147819" sldId="288"/>
            <ac:spMk id="2" creationId="{8229B230-FA4A-6E6E-E309-8BF8581DA225}"/>
          </ac:spMkLst>
        </pc:spChg>
        <pc:spChg chg="mod">
          <ac:chgData name="FAIZA KHAN" userId="49b73bd8-6afc-47db-8ee9-a3d9e4f65dc0" providerId="ADAL" clId="{4B9DAC7E-8B1C-4215-AE82-34466FE0114B}" dt="2026-09-08T04:57:17.673" v="524" actId="20577"/>
          <ac:spMkLst>
            <pc:docMk/>
            <pc:sldMk cId="1848147819" sldId="288"/>
            <ac:spMk id="3" creationId="{376A036D-FFE2-6EE8-72CC-EC37EBFF9401}"/>
          </ac:spMkLst>
        </pc:spChg>
        <pc:picChg chg="add mod">
          <ac:chgData name="FAIZA KHAN" userId="49b73bd8-6afc-47db-8ee9-a3d9e4f65dc0" providerId="ADAL" clId="{4B9DAC7E-8B1C-4215-AE82-34466FE0114B}" dt="2026-09-08T04:44:13.745" v="516" actId="1076"/>
          <ac:picMkLst>
            <pc:docMk/>
            <pc:sldMk cId="1848147819" sldId="288"/>
            <ac:picMk id="5" creationId="{83BEEBEB-AB5C-DF4D-B3B4-517A9C15F05F}"/>
          </ac:picMkLst>
        </pc:picChg>
        <pc:picChg chg="add mod">
          <ac:chgData name="FAIZA KHAN" userId="49b73bd8-6afc-47db-8ee9-a3d9e4f65dc0" providerId="ADAL" clId="{4B9DAC7E-8B1C-4215-AE82-34466FE0114B}" dt="2026-09-08T04:44:06.946" v="514" actId="1076"/>
          <ac:picMkLst>
            <pc:docMk/>
            <pc:sldMk cId="1848147819" sldId="288"/>
            <ac:picMk id="6" creationId="{8FF9B8C7-557F-4058-7095-FDA4BADDBE0A}"/>
          </ac:picMkLst>
        </pc:picChg>
      </pc:sldChg>
      <pc:sldChg chg="modSp new mod">
        <pc:chgData name="FAIZA KHAN" userId="49b73bd8-6afc-47db-8ee9-a3d9e4f65dc0" providerId="ADAL" clId="{4B9DAC7E-8B1C-4215-AE82-34466FE0114B}" dt="2026-09-08T07:32:32.432" v="651" actId="20577"/>
        <pc:sldMkLst>
          <pc:docMk/>
          <pc:sldMk cId="1700944750" sldId="289"/>
        </pc:sldMkLst>
        <pc:spChg chg="mod">
          <ac:chgData name="FAIZA KHAN" userId="49b73bd8-6afc-47db-8ee9-a3d9e4f65dc0" providerId="ADAL" clId="{4B9DAC7E-8B1C-4215-AE82-34466FE0114B}" dt="2026-09-08T04:57:49.250" v="594" actId="20577"/>
          <ac:spMkLst>
            <pc:docMk/>
            <pc:sldMk cId="1700944750" sldId="289"/>
            <ac:spMk id="2" creationId="{CDE83F57-6015-C25F-C946-544E42BA02F4}"/>
          </ac:spMkLst>
        </pc:spChg>
        <pc:spChg chg="mod">
          <ac:chgData name="FAIZA KHAN" userId="49b73bd8-6afc-47db-8ee9-a3d9e4f65dc0" providerId="ADAL" clId="{4B9DAC7E-8B1C-4215-AE82-34466FE0114B}" dt="2026-09-08T07:32:32.432" v="651" actId="20577"/>
          <ac:spMkLst>
            <pc:docMk/>
            <pc:sldMk cId="1700944750" sldId="289"/>
            <ac:spMk id="3" creationId="{2A5BA9BF-5F01-4AF3-841D-433F3BD9926C}"/>
          </ac:spMkLst>
        </pc:spChg>
      </pc:sldChg>
      <pc:sldChg chg="addSp delSp modSp new mod">
        <pc:chgData name="FAIZA KHAN" userId="49b73bd8-6afc-47db-8ee9-a3d9e4f65dc0" providerId="ADAL" clId="{4B9DAC7E-8B1C-4215-AE82-34466FE0114B}" dt="2026-09-08T07:36:41.148" v="653" actId="22"/>
        <pc:sldMkLst>
          <pc:docMk/>
          <pc:sldMk cId="2856878510" sldId="290"/>
        </pc:sldMkLst>
        <pc:spChg chg="mod">
          <ac:chgData name="FAIZA KHAN" userId="49b73bd8-6afc-47db-8ee9-a3d9e4f65dc0" providerId="ADAL" clId="{4B9DAC7E-8B1C-4215-AE82-34466FE0114B}" dt="2026-09-08T05:00:07.073" v="635" actId="14100"/>
          <ac:spMkLst>
            <pc:docMk/>
            <pc:sldMk cId="2856878510" sldId="290"/>
            <ac:spMk id="2" creationId="{2D2582E5-B03B-1BD6-490C-57D64C0F4D0B}"/>
          </ac:spMkLst>
        </pc:spChg>
        <pc:spChg chg="mod">
          <ac:chgData name="FAIZA KHAN" userId="49b73bd8-6afc-47db-8ee9-a3d9e4f65dc0" providerId="ADAL" clId="{4B9DAC7E-8B1C-4215-AE82-34466FE0114B}" dt="2026-09-08T04:59:28.847" v="602"/>
          <ac:spMkLst>
            <pc:docMk/>
            <pc:sldMk cId="2856878510" sldId="290"/>
            <ac:spMk id="3" creationId="{FFD6097E-CF7C-7813-DE6A-9C645DC6585A}"/>
          </ac:spMkLst>
        </pc:spChg>
        <pc:picChg chg="add mod">
          <ac:chgData name="FAIZA KHAN" userId="49b73bd8-6afc-47db-8ee9-a3d9e4f65dc0" providerId="ADAL" clId="{4B9DAC7E-8B1C-4215-AE82-34466FE0114B}" dt="2026-09-08T07:26:34.026" v="640" actId="1076"/>
          <ac:picMkLst>
            <pc:docMk/>
            <pc:sldMk cId="2856878510" sldId="290"/>
            <ac:picMk id="6" creationId="{55D19BC4-00D0-2053-94C8-E7849B977F68}"/>
          </ac:picMkLst>
        </pc:picChg>
      </pc:sldChg>
      <pc:sldChg chg="addSp delSp modSp new mod">
        <pc:chgData name="FAIZA KHAN" userId="49b73bd8-6afc-47db-8ee9-a3d9e4f65dc0" providerId="ADAL" clId="{4B9DAC7E-8B1C-4215-AE82-34466FE0114B}" dt="2026-09-10T10:11:00.569" v="1461" actId="478"/>
        <pc:sldMkLst>
          <pc:docMk/>
          <pc:sldMk cId="2514083017" sldId="291"/>
        </pc:sldMkLst>
        <pc:spChg chg="mod">
          <ac:chgData name="FAIZA KHAN" userId="49b73bd8-6afc-47db-8ee9-a3d9e4f65dc0" providerId="ADAL" clId="{4B9DAC7E-8B1C-4215-AE82-34466FE0114B}" dt="2026-09-08T07:46:23.814" v="659" actId="1076"/>
          <ac:spMkLst>
            <pc:docMk/>
            <pc:sldMk cId="2514083017" sldId="291"/>
            <ac:spMk id="2" creationId="{F434AA77-0AE8-A402-BC8F-C840610C8121}"/>
          </ac:spMkLst>
        </pc:spChg>
        <pc:spChg chg="mod">
          <ac:chgData name="FAIZA KHAN" userId="49b73bd8-6afc-47db-8ee9-a3d9e4f65dc0" providerId="ADAL" clId="{4B9DAC7E-8B1C-4215-AE82-34466FE0114B}" dt="2026-09-08T07:36:44.225" v="655"/>
          <ac:spMkLst>
            <pc:docMk/>
            <pc:sldMk cId="2514083017" sldId="291"/>
            <ac:spMk id="3" creationId="{DB3B2B82-3FCD-EB7C-B96E-9BFF240901ED}"/>
          </ac:spMkLst>
        </pc:spChg>
        <pc:spChg chg="add del mod">
          <ac:chgData name="FAIZA KHAN" userId="49b73bd8-6afc-47db-8ee9-a3d9e4f65dc0" providerId="ADAL" clId="{4B9DAC7E-8B1C-4215-AE82-34466FE0114B}" dt="2026-09-10T10:11:00.569" v="1461" actId="478"/>
          <ac:spMkLst>
            <pc:docMk/>
            <pc:sldMk cId="2514083017" sldId="291"/>
            <ac:spMk id="6" creationId="{D6C7C7CE-9EFD-497A-C693-8C0B0640EBE0}"/>
          </ac:spMkLst>
        </pc:spChg>
      </pc:sldChg>
      <pc:sldChg chg="addSp delSp modSp new mod modAnim">
        <pc:chgData name="FAIZA KHAN" userId="49b73bd8-6afc-47db-8ee9-a3d9e4f65dc0" providerId="ADAL" clId="{4B9DAC7E-8B1C-4215-AE82-34466FE0114B}" dt="2026-09-09T06:01:11.795" v="1331" actId="1076"/>
        <pc:sldMkLst>
          <pc:docMk/>
          <pc:sldMk cId="1973316794" sldId="292"/>
        </pc:sldMkLst>
        <pc:spChg chg="add mod">
          <ac:chgData name="FAIZA KHAN" userId="49b73bd8-6afc-47db-8ee9-a3d9e4f65dc0" providerId="ADAL" clId="{4B9DAC7E-8B1C-4215-AE82-34466FE0114B}" dt="2026-09-08T07:51:15.612" v="668"/>
          <ac:spMkLst>
            <pc:docMk/>
            <pc:sldMk cId="1973316794" sldId="292"/>
            <ac:spMk id="6" creationId="{A621D2D5-9F75-06CB-0D9C-2AC2088760D4}"/>
          </ac:spMkLst>
        </pc:spChg>
        <pc:spChg chg="add mod">
          <ac:chgData name="FAIZA KHAN" userId="49b73bd8-6afc-47db-8ee9-a3d9e4f65dc0" providerId="ADAL" clId="{4B9DAC7E-8B1C-4215-AE82-34466FE0114B}" dt="2026-09-08T07:51:40.746" v="672"/>
          <ac:spMkLst>
            <pc:docMk/>
            <pc:sldMk cId="1973316794" sldId="292"/>
            <ac:spMk id="7" creationId="{A9FB70B0-BFF9-AF60-963F-3DABE2C4B734}"/>
          </ac:spMkLst>
        </pc:spChg>
        <pc:picChg chg="add mod ord">
          <ac:chgData name="FAIZA KHAN" userId="49b73bd8-6afc-47db-8ee9-a3d9e4f65dc0" providerId="ADAL" clId="{4B9DAC7E-8B1C-4215-AE82-34466FE0114B}" dt="2026-09-09T06:01:11.795" v="1331" actId="1076"/>
          <ac:picMkLst>
            <pc:docMk/>
            <pc:sldMk cId="1973316794" sldId="292"/>
            <ac:picMk id="5" creationId="{8700BD32-4D8F-3092-07D2-F336E7442273}"/>
          </ac:picMkLst>
        </pc:picChg>
      </pc:sldChg>
      <pc:sldChg chg="modSp new mod">
        <pc:chgData name="FAIZA KHAN" userId="49b73bd8-6afc-47db-8ee9-a3d9e4f65dc0" providerId="ADAL" clId="{4B9DAC7E-8B1C-4215-AE82-34466FE0114B}" dt="2026-09-08T08:12:14.544" v="773" actId="20577"/>
        <pc:sldMkLst>
          <pc:docMk/>
          <pc:sldMk cId="4063170894" sldId="293"/>
        </pc:sldMkLst>
        <pc:spChg chg="mod">
          <ac:chgData name="FAIZA KHAN" userId="49b73bd8-6afc-47db-8ee9-a3d9e4f65dc0" providerId="ADAL" clId="{4B9DAC7E-8B1C-4215-AE82-34466FE0114B}" dt="2026-09-08T08:01:30.445" v="717" actId="20577"/>
          <ac:spMkLst>
            <pc:docMk/>
            <pc:sldMk cId="4063170894" sldId="293"/>
            <ac:spMk id="2" creationId="{4A9C8F4C-BF65-58DC-4E27-0846C714FC72}"/>
          </ac:spMkLst>
        </pc:spChg>
        <pc:spChg chg="mod">
          <ac:chgData name="FAIZA KHAN" userId="49b73bd8-6afc-47db-8ee9-a3d9e4f65dc0" providerId="ADAL" clId="{4B9DAC7E-8B1C-4215-AE82-34466FE0114B}" dt="2026-09-08T08:12:14.544" v="773" actId="20577"/>
          <ac:spMkLst>
            <pc:docMk/>
            <pc:sldMk cId="4063170894" sldId="293"/>
            <ac:spMk id="3" creationId="{A13590CD-CD45-E7A3-DE37-16ECCFF1343B}"/>
          </ac:spMkLst>
        </pc:spChg>
      </pc:sldChg>
      <pc:sldChg chg="modSp new mod">
        <pc:chgData name="FAIZA KHAN" userId="49b73bd8-6afc-47db-8ee9-a3d9e4f65dc0" providerId="ADAL" clId="{4B9DAC7E-8B1C-4215-AE82-34466FE0114B}" dt="2026-09-08T11:13:29.484" v="857" actId="5793"/>
        <pc:sldMkLst>
          <pc:docMk/>
          <pc:sldMk cId="3059617402" sldId="294"/>
        </pc:sldMkLst>
        <pc:spChg chg="mod">
          <ac:chgData name="FAIZA KHAN" userId="49b73bd8-6afc-47db-8ee9-a3d9e4f65dc0" providerId="ADAL" clId="{4B9DAC7E-8B1C-4215-AE82-34466FE0114B}" dt="2026-09-08T11:12:41.083" v="843" actId="20577"/>
          <ac:spMkLst>
            <pc:docMk/>
            <pc:sldMk cId="3059617402" sldId="294"/>
            <ac:spMk id="2" creationId="{044E3CEB-4C10-0174-A903-4FB132B6401D}"/>
          </ac:spMkLst>
        </pc:spChg>
        <pc:spChg chg="mod">
          <ac:chgData name="FAIZA KHAN" userId="49b73bd8-6afc-47db-8ee9-a3d9e4f65dc0" providerId="ADAL" clId="{4B9DAC7E-8B1C-4215-AE82-34466FE0114B}" dt="2026-09-08T11:13:29.484" v="857" actId="5793"/>
          <ac:spMkLst>
            <pc:docMk/>
            <pc:sldMk cId="3059617402" sldId="294"/>
            <ac:spMk id="3" creationId="{E0394656-4498-C118-2785-BAE758763A11}"/>
          </ac:spMkLst>
        </pc:spChg>
      </pc:sldChg>
      <pc:sldChg chg="addSp delSp modSp new mod">
        <pc:chgData name="FAIZA KHAN" userId="49b73bd8-6afc-47db-8ee9-a3d9e4f65dc0" providerId="ADAL" clId="{4B9DAC7E-8B1C-4215-AE82-34466FE0114B}" dt="2026-09-09T06:13:54.513" v="1342" actId="20577"/>
        <pc:sldMkLst>
          <pc:docMk/>
          <pc:sldMk cId="1349526287" sldId="295"/>
        </pc:sldMkLst>
        <pc:spChg chg="mod">
          <ac:chgData name="FAIZA KHAN" userId="49b73bd8-6afc-47db-8ee9-a3d9e4f65dc0" providerId="ADAL" clId="{4B9DAC7E-8B1C-4215-AE82-34466FE0114B}" dt="2026-09-09T06:13:54.513" v="1342" actId="20577"/>
          <ac:spMkLst>
            <pc:docMk/>
            <pc:sldMk cId="1349526287" sldId="295"/>
            <ac:spMk id="3" creationId="{609F6B6B-455E-C24C-5A45-F1E181D71DB4}"/>
          </ac:spMkLst>
        </pc:spChg>
        <pc:spChg chg="add mod">
          <ac:chgData name="FAIZA KHAN" userId="49b73bd8-6afc-47db-8ee9-a3d9e4f65dc0" providerId="ADAL" clId="{4B9DAC7E-8B1C-4215-AE82-34466FE0114B}" dt="2026-09-08T11:19:39.063" v="1005" actId="404"/>
          <ac:spMkLst>
            <pc:docMk/>
            <pc:sldMk cId="1349526287" sldId="295"/>
            <ac:spMk id="5" creationId="{C55321EA-7A92-A360-C5D2-0EA32CA92EBC}"/>
          </ac:spMkLst>
        </pc:spChg>
      </pc:sldChg>
      <pc:sldChg chg="addSp delSp modSp new mod">
        <pc:chgData name="FAIZA KHAN" userId="49b73bd8-6afc-47db-8ee9-a3d9e4f65dc0" providerId="ADAL" clId="{4B9DAC7E-8B1C-4215-AE82-34466FE0114B}" dt="2026-09-09T06:16:11.126" v="1356" actId="20577"/>
        <pc:sldMkLst>
          <pc:docMk/>
          <pc:sldMk cId="1768759424" sldId="296"/>
        </pc:sldMkLst>
        <pc:spChg chg="mod">
          <ac:chgData name="FAIZA KHAN" userId="49b73bd8-6afc-47db-8ee9-a3d9e4f65dc0" providerId="ADAL" clId="{4B9DAC7E-8B1C-4215-AE82-34466FE0114B}" dt="2026-09-09T06:16:11.126" v="1356" actId="20577"/>
          <ac:spMkLst>
            <pc:docMk/>
            <pc:sldMk cId="1768759424" sldId="296"/>
            <ac:spMk id="3" creationId="{DCCC931E-7F4C-DBEF-5F44-56D781DFFCE3}"/>
          </ac:spMkLst>
        </pc:spChg>
        <pc:spChg chg="add">
          <ac:chgData name="FAIZA KHAN" userId="49b73bd8-6afc-47db-8ee9-a3d9e4f65dc0" providerId="ADAL" clId="{4B9DAC7E-8B1C-4215-AE82-34466FE0114B}" dt="2026-09-08T11:19:46.007" v="1006" actId="22"/>
          <ac:spMkLst>
            <pc:docMk/>
            <pc:sldMk cId="1768759424" sldId="296"/>
            <ac:spMk id="6" creationId="{40DB4C50-B8FD-2E89-EE82-1E54EDD729E5}"/>
          </ac:spMkLst>
        </pc:spChg>
      </pc:sldChg>
      <pc:sldChg chg="addSp modSp new mod modAnim">
        <pc:chgData name="FAIZA KHAN" userId="49b73bd8-6afc-47db-8ee9-a3d9e4f65dc0" providerId="ADAL" clId="{4B9DAC7E-8B1C-4215-AE82-34466FE0114B}" dt="2026-09-09T06:22:59.880" v="1357" actId="1076"/>
        <pc:sldMkLst>
          <pc:docMk/>
          <pc:sldMk cId="3819377290" sldId="297"/>
        </pc:sldMkLst>
        <pc:spChg chg="mod">
          <ac:chgData name="FAIZA KHAN" userId="49b73bd8-6afc-47db-8ee9-a3d9e4f65dc0" providerId="ADAL" clId="{4B9DAC7E-8B1C-4215-AE82-34466FE0114B}" dt="2026-09-08T11:22:47.668" v="1102" actId="20577"/>
          <ac:spMkLst>
            <pc:docMk/>
            <pc:sldMk cId="3819377290" sldId="297"/>
            <ac:spMk id="2" creationId="{CC2C801A-D3C8-FB8D-C50D-2178AE906151}"/>
          </ac:spMkLst>
        </pc:spChg>
        <pc:spChg chg="mod">
          <ac:chgData name="FAIZA KHAN" userId="49b73bd8-6afc-47db-8ee9-a3d9e4f65dc0" providerId="ADAL" clId="{4B9DAC7E-8B1C-4215-AE82-34466FE0114B}" dt="2026-09-08T11:21:35.295" v="1012"/>
          <ac:spMkLst>
            <pc:docMk/>
            <pc:sldMk cId="3819377290" sldId="297"/>
            <ac:spMk id="3" creationId="{97178FB6-155E-5010-DAC4-4B73D0715ADE}"/>
          </ac:spMkLst>
        </pc:spChg>
        <pc:picChg chg="add mod">
          <ac:chgData name="FAIZA KHAN" userId="49b73bd8-6afc-47db-8ee9-a3d9e4f65dc0" providerId="ADAL" clId="{4B9DAC7E-8B1C-4215-AE82-34466FE0114B}" dt="2026-09-09T06:22:59.880" v="1357" actId="1076"/>
          <ac:picMkLst>
            <pc:docMk/>
            <pc:sldMk cId="3819377290" sldId="297"/>
            <ac:picMk id="5" creationId="{DF654FA1-A6CC-3790-967F-A3253C665915}"/>
          </ac:picMkLst>
        </pc:picChg>
      </pc:sldChg>
      <pc:sldChg chg="modSp new mod">
        <pc:chgData name="FAIZA KHAN" userId="49b73bd8-6afc-47db-8ee9-a3d9e4f65dc0" providerId="ADAL" clId="{4B9DAC7E-8B1C-4215-AE82-34466FE0114B}" dt="2026-09-08T11:22:28.327" v="1071" actId="114"/>
        <pc:sldMkLst>
          <pc:docMk/>
          <pc:sldMk cId="3611838170" sldId="298"/>
        </pc:sldMkLst>
        <pc:spChg chg="mod">
          <ac:chgData name="FAIZA KHAN" userId="49b73bd8-6afc-47db-8ee9-a3d9e4f65dc0" providerId="ADAL" clId="{4B9DAC7E-8B1C-4215-AE82-34466FE0114B}" dt="2026-09-08T11:21:55.921" v="1034" actId="20577"/>
          <ac:spMkLst>
            <pc:docMk/>
            <pc:sldMk cId="3611838170" sldId="298"/>
            <ac:spMk id="2" creationId="{1EBBE804-7720-BD41-5662-5CDBAF94764C}"/>
          </ac:spMkLst>
        </pc:spChg>
        <pc:spChg chg="mod">
          <ac:chgData name="FAIZA KHAN" userId="49b73bd8-6afc-47db-8ee9-a3d9e4f65dc0" providerId="ADAL" clId="{4B9DAC7E-8B1C-4215-AE82-34466FE0114B}" dt="2026-09-08T11:22:28.327" v="1071" actId="114"/>
          <ac:spMkLst>
            <pc:docMk/>
            <pc:sldMk cId="3611838170" sldId="298"/>
            <ac:spMk id="3" creationId="{305E0F55-1E35-AF98-F326-F22874105E5A}"/>
          </ac:spMkLst>
        </pc:spChg>
      </pc:sldChg>
      <pc:sldChg chg="addSp delSp modSp new mod setBg setClrOvrMap">
        <pc:chgData name="FAIZA KHAN" userId="49b73bd8-6afc-47db-8ee9-a3d9e4f65dc0" providerId="ADAL" clId="{4B9DAC7E-8B1C-4215-AE82-34466FE0114B}" dt="2026-09-09T07:21:53.267" v="1376" actId="1076"/>
        <pc:sldMkLst>
          <pc:docMk/>
          <pc:sldMk cId="3467924137" sldId="299"/>
        </pc:sldMkLst>
        <pc:spChg chg="mod">
          <ac:chgData name="FAIZA KHAN" userId="49b73bd8-6afc-47db-8ee9-a3d9e4f65dc0" providerId="ADAL" clId="{4B9DAC7E-8B1C-4215-AE82-34466FE0114B}" dt="2026-09-08T11:34:19.205" v="1164" actId="26606"/>
          <ac:spMkLst>
            <pc:docMk/>
            <pc:sldMk cId="3467924137" sldId="299"/>
            <ac:spMk id="2" creationId="{23FB316B-E26D-B44E-ECB2-80AF501B4B90}"/>
          </ac:spMkLst>
        </pc:spChg>
        <pc:spChg chg="mod">
          <ac:chgData name="FAIZA KHAN" userId="49b73bd8-6afc-47db-8ee9-a3d9e4f65dc0" providerId="ADAL" clId="{4B9DAC7E-8B1C-4215-AE82-34466FE0114B}" dt="2026-09-08T11:34:26.053" v="1165" actId="123"/>
          <ac:spMkLst>
            <pc:docMk/>
            <pc:sldMk cId="3467924137" sldId="299"/>
            <ac:spMk id="3" creationId="{DE4D674B-E874-CDA5-F924-788A6B561804}"/>
          </ac:spMkLst>
        </pc:spChg>
        <pc:spChg chg="mod ord">
          <ac:chgData name="FAIZA KHAN" userId="49b73bd8-6afc-47db-8ee9-a3d9e4f65dc0" providerId="ADAL" clId="{4B9DAC7E-8B1C-4215-AE82-34466FE0114B}" dt="2026-09-08T11:34:19.205" v="1164" actId="26606"/>
          <ac:spMkLst>
            <pc:docMk/>
            <pc:sldMk cId="3467924137" sldId="299"/>
            <ac:spMk id="4" creationId="{7C2A2AFD-8509-1213-DC36-6DF20B765B05}"/>
          </ac:spMkLst>
        </pc:spChg>
        <pc:spChg chg="mod">
          <ac:chgData name="FAIZA KHAN" userId="49b73bd8-6afc-47db-8ee9-a3d9e4f65dc0" providerId="ADAL" clId="{4B9DAC7E-8B1C-4215-AE82-34466FE0114B}" dt="2026-09-09T07:21:53.267" v="1376" actId="1076"/>
          <ac:spMkLst>
            <pc:docMk/>
            <pc:sldMk cId="3467924137" sldId="299"/>
            <ac:spMk id="6" creationId="{A63A57B1-BB05-1E31-2D0B-DB32876201C2}"/>
          </ac:spMkLst>
        </pc:spChg>
        <pc:spChg chg="add">
          <ac:chgData name="FAIZA KHAN" userId="49b73bd8-6afc-47db-8ee9-a3d9e4f65dc0" providerId="ADAL" clId="{4B9DAC7E-8B1C-4215-AE82-34466FE0114B}" dt="2026-09-08T11:34:19.205" v="1164" actId="26606"/>
          <ac:spMkLst>
            <pc:docMk/>
            <pc:sldMk cId="3467924137" sldId="299"/>
            <ac:spMk id="16" creationId="{E491B121-12B5-4977-A064-636AB0B9B0BD}"/>
          </ac:spMkLst>
        </pc:spChg>
        <pc:spChg chg="add">
          <ac:chgData name="FAIZA KHAN" userId="49b73bd8-6afc-47db-8ee9-a3d9e4f65dc0" providerId="ADAL" clId="{4B9DAC7E-8B1C-4215-AE82-34466FE0114B}" dt="2026-09-08T11:34:19.205" v="1164" actId="26606"/>
          <ac:spMkLst>
            <pc:docMk/>
            <pc:sldMk cId="3467924137" sldId="299"/>
            <ac:spMk id="17" creationId="{2ED05F70-AB3E-4472-B26B-EFE6A5A59BC8}"/>
          </ac:spMkLst>
        </pc:spChg>
        <pc:spChg chg="add">
          <ac:chgData name="FAIZA KHAN" userId="49b73bd8-6afc-47db-8ee9-a3d9e4f65dc0" providerId="ADAL" clId="{4B9DAC7E-8B1C-4215-AE82-34466FE0114B}" dt="2026-09-08T11:34:19.205" v="1164" actId="26606"/>
          <ac:spMkLst>
            <pc:docMk/>
            <pc:sldMk cId="3467924137" sldId="299"/>
            <ac:spMk id="18" creationId="{21F6BE39-9E37-45F0-B10C-92305CFB7C77}"/>
          </ac:spMkLst>
        </pc:spChg>
        <pc:picChg chg="add del mod ord">
          <ac:chgData name="FAIZA KHAN" userId="49b73bd8-6afc-47db-8ee9-a3d9e4f65dc0" providerId="ADAL" clId="{4B9DAC7E-8B1C-4215-AE82-34466FE0114B}" dt="2026-09-08T11:34:31.071" v="1166" actId="1076"/>
          <ac:picMkLst>
            <pc:docMk/>
            <pc:sldMk cId="3467924137" sldId="299"/>
            <ac:picMk id="5" creationId="{3A6DFC2D-749C-49BA-81D2-EC74DEB1EF99}"/>
          </ac:picMkLst>
        </pc:picChg>
      </pc:sldChg>
      <pc:sldChg chg="addSp modSp new mod setBg">
        <pc:chgData name="FAIZA KHAN" userId="49b73bd8-6afc-47db-8ee9-a3d9e4f65dc0" providerId="ADAL" clId="{4B9DAC7E-8B1C-4215-AE82-34466FE0114B}" dt="2026-09-09T07:22:01.730" v="1377" actId="1076"/>
        <pc:sldMkLst>
          <pc:docMk/>
          <pc:sldMk cId="310899840" sldId="300"/>
        </pc:sldMkLst>
        <pc:spChg chg="mod">
          <ac:chgData name="FAIZA KHAN" userId="49b73bd8-6afc-47db-8ee9-a3d9e4f65dc0" providerId="ADAL" clId="{4B9DAC7E-8B1C-4215-AE82-34466FE0114B}" dt="2026-09-09T06:24:57.563" v="1359" actId="26606"/>
          <ac:spMkLst>
            <pc:docMk/>
            <pc:sldMk cId="310899840" sldId="300"/>
            <ac:spMk id="2" creationId="{73954230-B95C-69E2-9BAE-4DAA0EF559DE}"/>
          </ac:spMkLst>
        </pc:spChg>
        <pc:spChg chg="mod">
          <ac:chgData name="FAIZA KHAN" userId="49b73bd8-6afc-47db-8ee9-a3d9e4f65dc0" providerId="ADAL" clId="{4B9DAC7E-8B1C-4215-AE82-34466FE0114B}" dt="2026-09-09T06:25:11.393" v="1363" actId="123"/>
          <ac:spMkLst>
            <pc:docMk/>
            <pc:sldMk cId="310899840" sldId="300"/>
            <ac:spMk id="3" creationId="{B20A0042-4C91-1B9B-D8B4-B7E45904549D}"/>
          </ac:spMkLst>
        </pc:spChg>
        <pc:spChg chg="mod ord">
          <ac:chgData name="FAIZA KHAN" userId="49b73bd8-6afc-47db-8ee9-a3d9e4f65dc0" providerId="ADAL" clId="{4B9DAC7E-8B1C-4215-AE82-34466FE0114B}" dt="2026-09-09T06:24:57.563" v="1359" actId="26606"/>
          <ac:spMkLst>
            <pc:docMk/>
            <pc:sldMk cId="310899840" sldId="300"/>
            <ac:spMk id="4" creationId="{431F2C20-6707-BEA1-CFC2-F7F1CE798FAF}"/>
          </ac:spMkLst>
        </pc:spChg>
        <pc:spChg chg="mod">
          <ac:chgData name="FAIZA KHAN" userId="49b73bd8-6afc-47db-8ee9-a3d9e4f65dc0" providerId="ADAL" clId="{4B9DAC7E-8B1C-4215-AE82-34466FE0114B}" dt="2026-09-09T07:22:01.730" v="1377" actId="1076"/>
          <ac:spMkLst>
            <pc:docMk/>
            <pc:sldMk cId="310899840" sldId="300"/>
            <ac:spMk id="6" creationId="{A371DAE9-C0AC-107B-C39E-9F404E3223A2}"/>
          </ac:spMkLst>
        </pc:spChg>
        <pc:spChg chg="add">
          <ac:chgData name="FAIZA KHAN" userId="49b73bd8-6afc-47db-8ee9-a3d9e4f65dc0" providerId="ADAL" clId="{4B9DAC7E-8B1C-4215-AE82-34466FE0114B}" dt="2026-09-09T06:24:57.563" v="1359" actId="26606"/>
          <ac:spMkLst>
            <pc:docMk/>
            <pc:sldMk cId="310899840" sldId="300"/>
            <ac:spMk id="10" creationId="{1EDD21E1-BAF0-4314-AB31-82ECB8AC9EA9}"/>
          </ac:spMkLst>
        </pc:spChg>
        <pc:spChg chg="add">
          <ac:chgData name="FAIZA KHAN" userId="49b73bd8-6afc-47db-8ee9-a3d9e4f65dc0" providerId="ADAL" clId="{4B9DAC7E-8B1C-4215-AE82-34466FE0114B}" dt="2026-09-09T06:24:57.563" v="1359" actId="26606"/>
          <ac:spMkLst>
            <pc:docMk/>
            <pc:sldMk cId="310899840" sldId="300"/>
            <ac:spMk id="12" creationId="{FDC8619C-F25D-468E-95FA-2A2151D7DDD2}"/>
          </ac:spMkLst>
        </pc:spChg>
        <pc:spChg chg="add">
          <ac:chgData name="FAIZA KHAN" userId="49b73bd8-6afc-47db-8ee9-a3d9e4f65dc0" providerId="ADAL" clId="{4B9DAC7E-8B1C-4215-AE82-34466FE0114B}" dt="2026-09-09T06:24:57.563" v="1359" actId="26606"/>
          <ac:spMkLst>
            <pc:docMk/>
            <pc:sldMk cId="310899840" sldId="300"/>
            <ac:spMk id="14" creationId="{7D9439D6-DEAD-4CEB-A61B-BE3D64D1B598}"/>
          </ac:spMkLst>
        </pc:spChg>
        <pc:picChg chg="add mod">
          <ac:chgData name="FAIZA KHAN" userId="49b73bd8-6afc-47db-8ee9-a3d9e4f65dc0" providerId="ADAL" clId="{4B9DAC7E-8B1C-4215-AE82-34466FE0114B}" dt="2026-09-09T06:25:18.773" v="1365" actId="1076"/>
          <ac:picMkLst>
            <pc:docMk/>
            <pc:sldMk cId="310899840" sldId="300"/>
            <ac:picMk id="5" creationId="{CBEEF7AC-DF43-064A-0787-740C2F57BF74}"/>
          </ac:picMkLst>
        </pc:picChg>
      </pc:sldChg>
      <pc:sldChg chg="addSp delSp modSp new mod setBg setClrOvrMap">
        <pc:chgData name="FAIZA KHAN" userId="49b73bd8-6afc-47db-8ee9-a3d9e4f65dc0" providerId="ADAL" clId="{4B9DAC7E-8B1C-4215-AE82-34466FE0114B}" dt="2026-09-09T07:22:09.414" v="1378" actId="1076"/>
        <pc:sldMkLst>
          <pc:docMk/>
          <pc:sldMk cId="3529175445" sldId="301"/>
        </pc:sldMkLst>
        <pc:spChg chg="mod">
          <ac:chgData name="FAIZA KHAN" userId="49b73bd8-6afc-47db-8ee9-a3d9e4f65dc0" providerId="ADAL" clId="{4B9DAC7E-8B1C-4215-AE82-34466FE0114B}" dt="2026-09-09T05:22:25.655" v="1301" actId="26606"/>
          <ac:spMkLst>
            <pc:docMk/>
            <pc:sldMk cId="3529175445" sldId="301"/>
            <ac:spMk id="2" creationId="{D2EF373F-26F9-B5C5-5AF1-C205B7E8BAD8}"/>
          </ac:spMkLst>
        </pc:spChg>
        <pc:spChg chg="mod">
          <ac:chgData name="FAIZA KHAN" userId="49b73bd8-6afc-47db-8ee9-a3d9e4f65dc0" providerId="ADAL" clId="{4B9DAC7E-8B1C-4215-AE82-34466FE0114B}" dt="2026-09-09T06:26:56.205" v="1367" actId="27636"/>
          <ac:spMkLst>
            <pc:docMk/>
            <pc:sldMk cId="3529175445" sldId="301"/>
            <ac:spMk id="3" creationId="{D9889C66-EC61-746B-769F-C6BD570A041F}"/>
          </ac:spMkLst>
        </pc:spChg>
        <pc:spChg chg="mod ord">
          <ac:chgData name="FAIZA KHAN" userId="49b73bd8-6afc-47db-8ee9-a3d9e4f65dc0" providerId="ADAL" clId="{4B9DAC7E-8B1C-4215-AE82-34466FE0114B}" dt="2026-09-09T05:22:25.655" v="1301" actId="26606"/>
          <ac:spMkLst>
            <pc:docMk/>
            <pc:sldMk cId="3529175445" sldId="301"/>
            <ac:spMk id="4" creationId="{C9D75CF7-190F-2349-E133-8CD7A04DEF05}"/>
          </ac:spMkLst>
        </pc:spChg>
        <pc:spChg chg="mod">
          <ac:chgData name="FAIZA KHAN" userId="49b73bd8-6afc-47db-8ee9-a3d9e4f65dc0" providerId="ADAL" clId="{4B9DAC7E-8B1C-4215-AE82-34466FE0114B}" dt="2026-09-09T07:22:09.414" v="1378" actId="1076"/>
          <ac:spMkLst>
            <pc:docMk/>
            <pc:sldMk cId="3529175445" sldId="301"/>
            <ac:spMk id="6" creationId="{1E64D5D0-0E6A-0F5C-9B44-33325103DB22}"/>
          </ac:spMkLst>
        </pc:spChg>
        <pc:spChg chg="add del">
          <ac:chgData name="FAIZA KHAN" userId="49b73bd8-6afc-47db-8ee9-a3d9e4f65dc0" providerId="ADAL" clId="{4B9DAC7E-8B1C-4215-AE82-34466FE0114B}" dt="2026-09-09T05:22:19.304" v="1296" actId="26606"/>
          <ac:spMkLst>
            <pc:docMk/>
            <pc:sldMk cId="3529175445" sldId="301"/>
            <ac:spMk id="7" creationId="{FFDB7E33-052B-42F0-B71A-23F961876CDA}"/>
          </ac:spMkLst>
        </pc:spChg>
        <pc:spChg chg="add">
          <ac:chgData name="FAIZA KHAN" userId="49b73bd8-6afc-47db-8ee9-a3d9e4f65dc0" providerId="ADAL" clId="{4B9DAC7E-8B1C-4215-AE82-34466FE0114B}" dt="2026-09-09T05:22:25.655" v="1301" actId="26606"/>
          <ac:spMkLst>
            <pc:docMk/>
            <pc:sldMk cId="3529175445" sldId="301"/>
            <ac:spMk id="8" creationId="{3F4C104D-5F30-4811-9376-566B26E4719A}"/>
          </ac:spMkLst>
        </pc:spChg>
        <pc:spChg chg="add del">
          <ac:chgData name="FAIZA KHAN" userId="49b73bd8-6afc-47db-8ee9-a3d9e4f65dc0" providerId="ADAL" clId="{4B9DAC7E-8B1C-4215-AE82-34466FE0114B}" dt="2026-09-09T05:22:23.575" v="1298" actId="26606"/>
          <ac:spMkLst>
            <pc:docMk/>
            <pc:sldMk cId="3529175445" sldId="301"/>
            <ac:spMk id="9" creationId="{1A44C337-3893-4B29-A265-B1329150B6AA}"/>
          </ac:spMkLst>
        </pc:spChg>
        <pc:spChg chg="add del">
          <ac:chgData name="FAIZA KHAN" userId="49b73bd8-6afc-47db-8ee9-a3d9e4f65dc0" providerId="ADAL" clId="{4B9DAC7E-8B1C-4215-AE82-34466FE0114B}" dt="2026-09-09T05:22:10.155" v="1288" actId="26606"/>
          <ac:spMkLst>
            <pc:docMk/>
            <pc:sldMk cId="3529175445" sldId="301"/>
            <ac:spMk id="10" creationId="{23C7736A-5A08-4021-9AB6-390DFF506AA8}"/>
          </ac:spMkLst>
        </pc:spChg>
        <pc:spChg chg="add del">
          <ac:chgData name="FAIZA KHAN" userId="49b73bd8-6afc-47db-8ee9-a3d9e4f65dc0" providerId="ADAL" clId="{4B9DAC7E-8B1C-4215-AE82-34466FE0114B}" dt="2026-09-09T05:22:10.155" v="1288" actId="26606"/>
          <ac:spMkLst>
            <pc:docMk/>
            <pc:sldMk cId="3529175445" sldId="301"/>
            <ac:spMk id="12" creationId="{433DF4D3-8A35-461A-ABE0-F56B78A1371F}"/>
          </ac:spMkLst>
        </pc:spChg>
        <pc:spChg chg="add">
          <ac:chgData name="FAIZA KHAN" userId="49b73bd8-6afc-47db-8ee9-a3d9e4f65dc0" providerId="ADAL" clId="{4B9DAC7E-8B1C-4215-AE82-34466FE0114B}" dt="2026-09-09T05:22:25.655" v="1301" actId="26606"/>
          <ac:spMkLst>
            <pc:docMk/>
            <pc:sldMk cId="3529175445" sldId="301"/>
            <ac:spMk id="13" creationId="{0815E34B-5D02-4E01-A936-E8E1C0AB6F12}"/>
          </ac:spMkLst>
        </pc:spChg>
        <pc:spChg chg="add del">
          <ac:chgData name="FAIZA KHAN" userId="49b73bd8-6afc-47db-8ee9-a3d9e4f65dc0" providerId="ADAL" clId="{4B9DAC7E-8B1C-4215-AE82-34466FE0114B}" dt="2026-09-09T05:22:12.841" v="1290" actId="26606"/>
          <ac:spMkLst>
            <pc:docMk/>
            <pc:sldMk cId="3529175445" sldId="301"/>
            <ac:spMk id="14" creationId="{35879851-1A1D-4246-AAA1-C484E858337D}"/>
          </ac:spMkLst>
        </pc:spChg>
        <pc:spChg chg="add">
          <ac:chgData name="FAIZA KHAN" userId="49b73bd8-6afc-47db-8ee9-a3d9e4f65dc0" providerId="ADAL" clId="{4B9DAC7E-8B1C-4215-AE82-34466FE0114B}" dt="2026-09-09T05:22:25.655" v="1301" actId="26606"/>
          <ac:spMkLst>
            <pc:docMk/>
            <pc:sldMk cId="3529175445" sldId="301"/>
            <ac:spMk id="15" creationId="{7DE3414B-B032-4710-A468-D3285E38C5FF}"/>
          </ac:spMkLst>
        </pc:spChg>
        <pc:spChg chg="add del">
          <ac:chgData name="FAIZA KHAN" userId="49b73bd8-6afc-47db-8ee9-a3d9e4f65dc0" providerId="ADAL" clId="{4B9DAC7E-8B1C-4215-AE82-34466FE0114B}" dt="2026-09-09T05:22:15.068" v="1292" actId="26606"/>
          <ac:spMkLst>
            <pc:docMk/>
            <pc:sldMk cId="3529175445" sldId="301"/>
            <ac:spMk id="16" creationId="{3F4C104D-5F30-4811-9376-566B26E4719A}"/>
          </ac:spMkLst>
        </pc:spChg>
        <pc:spChg chg="add del">
          <ac:chgData name="FAIZA KHAN" userId="49b73bd8-6afc-47db-8ee9-a3d9e4f65dc0" providerId="ADAL" clId="{4B9DAC7E-8B1C-4215-AE82-34466FE0114B}" dt="2026-09-09T05:22:15.068" v="1292" actId="26606"/>
          <ac:spMkLst>
            <pc:docMk/>
            <pc:sldMk cId="3529175445" sldId="301"/>
            <ac:spMk id="17" creationId="{0815E34B-5D02-4E01-A936-E8E1C0AB6F12}"/>
          </ac:spMkLst>
        </pc:spChg>
        <pc:spChg chg="add del">
          <ac:chgData name="FAIZA KHAN" userId="49b73bd8-6afc-47db-8ee9-a3d9e4f65dc0" providerId="ADAL" clId="{4B9DAC7E-8B1C-4215-AE82-34466FE0114B}" dt="2026-09-09T05:22:15.068" v="1292" actId="26606"/>
          <ac:spMkLst>
            <pc:docMk/>
            <pc:sldMk cId="3529175445" sldId="301"/>
            <ac:spMk id="18" creationId="{7DE3414B-B032-4710-A468-D3285E38C5FF}"/>
          </ac:spMkLst>
        </pc:spChg>
        <pc:spChg chg="add del">
          <ac:chgData name="FAIZA KHAN" userId="49b73bd8-6afc-47db-8ee9-a3d9e4f65dc0" providerId="ADAL" clId="{4B9DAC7E-8B1C-4215-AE82-34466FE0114B}" dt="2026-09-09T05:22:23.575" v="1298" actId="26606"/>
          <ac:spMkLst>
            <pc:docMk/>
            <pc:sldMk cId="3529175445" sldId="301"/>
            <ac:spMk id="40" creationId="{AA5CD610-ED7C-4CED-A9A1-174432C88AF8}"/>
          </ac:spMkLst>
        </pc:spChg>
        <pc:spChg chg="add del">
          <ac:chgData name="FAIZA KHAN" userId="49b73bd8-6afc-47db-8ee9-a3d9e4f65dc0" providerId="ADAL" clId="{4B9DAC7E-8B1C-4215-AE82-34466FE0114B}" dt="2026-09-09T05:22:23.575" v="1298" actId="26606"/>
          <ac:spMkLst>
            <pc:docMk/>
            <pc:sldMk cId="3529175445" sldId="301"/>
            <ac:spMk id="42" creationId="{0C4379BF-8C7A-480A-BC36-DA55D92A9356}"/>
          </ac:spMkLst>
        </pc:spChg>
        <pc:grpChg chg="add del">
          <ac:chgData name="FAIZA KHAN" userId="49b73bd8-6afc-47db-8ee9-a3d9e4f65dc0" providerId="ADAL" clId="{4B9DAC7E-8B1C-4215-AE82-34466FE0114B}" dt="2026-09-09T05:22:23.575" v="1298" actId="26606"/>
          <ac:grpSpMkLst>
            <pc:docMk/>
            <pc:sldMk cId="3529175445" sldId="301"/>
            <ac:grpSpMk id="11" creationId="{81E0B358-1267-4844-8B3D-B7A279B4175A}"/>
          </ac:grpSpMkLst>
        </pc:grpChg>
        <pc:grpChg chg="add del">
          <ac:chgData name="FAIZA KHAN" userId="49b73bd8-6afc-47db-8ee9-a3d9e4f65dc0" providerId="ADAL" clId="{4B9DAC7E-8B1C-4215-AE82-34466FE0114B}" dt="2026-09-09T05:22:23.575" v="1298" actId="26606"/>
          <ac:grpSpMkLst>
            <pc:docMk/>
            <pc:sldMk cId="3529175445" sldId="301"/>
            <ac:grpSpMk id="26" creationId="{AF44CA9C-80E8-44E1-A79C-D6EBFC73BCA0}"/>
          </ac:grpSpMkLst>
        </pc:grpChg>
        <pc:picChg chg="add mod ord">
          <ac:chgData name="FAIZA KHAN" userId="49b73bd8-6afc-47db-8ee9-a3d9e4f65dc0" providerId="ADAL" clId="{4B9DAC7E-8B1C-4215-AE82-34466FE0114B}" dt="2026-09-09T05:22:43.456" v="1311" actId="1076"/>
          <ac:picMkLst>
            <pc:docMk/>
            <pc:sldMk cId="3529175445" sldId="301"/>
            <ac:picMk id="5" creationId="{20A93B93-A778-077C-F812-40862D5BBFB1}"/>
          </ac:picMkLst>
        </pc:picChg>
      </pc:sldChg>
      <pc:sldChg chg="addSp modSp new mod modAnim">
        <pc:chgData name="FAIZA KHAN" userId="49b73bd8-6afc-47db-8ee9-a3d9e4f65dc0" providerId="ADAL" clId="{4B9DAC7E-8B1C-4215-AE82-34466FE0114B}" dt="2026-09-09T06:31:10.797" v="1373" actId="1076"/>
        <pc:sldMkLst>
          <pc:docMk/>
          <pc:sldMk cId="2027643163" sldId="302"/>
        </pc:sldMkLst>
        <pc:spChg chg="mod">
          <ac:chgData name="FAIZA KHAN" userId="49b73bd8-6afc-47db-8ee9-a3d9e4f65dc0" providerId="ADAL" clId="{4B9DAC7E-8B1C-4215-AE82-34466FE0114B}" dt="2026-09-08T11:39:18.848" v="1195" actId="20577"/>
          <ac:spMkLst>
            <pc:docMk/>
            <pc:sldMk cId="2027643163" sldId="302"/>
            <ac:spMk id="2" creationId="{B0444FB7-494E-8CD3-CCE3-D75FA51233CE}"/>
          </ac:spMkLst>
        </pc:spChg>
        <pc:spChg chg="mod">
          <ac:chgData name="FAIZA KHAN" userId="49b73bd8-6afc-47db-8ee9-a3d9e4f65dc0" providerId="ADAL" clId="{4B9DAC7E-8B1C-4215-AE82-34466FE0114B}" dt="2026-09-08T11:40:59.134" v="1254" actId="27636"/>
          <ac:spMkLst>
            <pc:docMk/>
            <pc:sldMk cId="2027643163" sldId="302"/>
            <ac:spMk id="3" creationId="{B16C64EE-36D5-7F2C-78D3-FEC55CA502DB}"/>
          </ac:spMkLst>
        </pc:spChg>
        <pc:picChg chg="add mod modCrop">
          <ac:chgData name="FAIZA KHAN" userId="49b73bd8-6afc-47db-8ee9-a3d9e4f65dc0" providerId="ADAL" clId="{4B9DAC7E-8B1C-4215-AE82-34466FE0114B}" dt="2026-09-09T06:31:10.797" v="1373" actId="1076"/>
          <ac:picMkLst>
            <pc:docMk/>
            <pc:sldMk cId="2027643163" sldId="302"/>
            <ac:picMk id="5" creationId="{04F02B2D-A2A9-5A6B-4D87-DE71657A7495}"/>
          </ac:picMkLst>
        </pc:picChg>
      </pc:sldChg>
      <pc:sldChg chg="addSp delSp modSp add mod setBg delDesignElem">
        <pc:chgData name="FAIZA KHAN" userId="49b73bd8-6afc-47db-8ee9-a3d9e4f65dc0" providerId="ADAL" clId="{4B9DAC7E-8B1C-4215-AE82-34466FE0114B}" dt="2026-09-09T07:22:41.744" v="1382" actId="14100"/>
        <pc:sldMkLst>
          <pc:docMk/>
          <pc:sldMk cId="3454978403" sldId="303"/>
        </pc:sldMkLst>
        <pc:spChg chg="add mod">
          <ac:chgData name="FAIZA KHAN" userId="49b73bd8-6afc-47db-8ee9-a3d9e4f65dc0" providerId="ADAL" clId="{4B9DAC7E-8B1C-4215-AE82-34466FE0114B}" dt="2026-09-09T07:22:36.639" v="1381"/>
          <ac:spMkLst>
            <pc:docMk/>
            <pc:sldMk cId="3454978403" sldId="303"/>
            <ac:spMk id="6" creationId="{60DC0904-FD55-5F0F-654F-5915E293A69E}"/>
          </ac:spMkLst>
        </pc:spChg>
        <pc:spChg chg="del">
          <ac:chgData name="FAIZA KHAN" userId="49b73bd8-6afc-47db-8ee9-a3d9e4f65dc0" providerId="ADAL" clId="{4B9DAC7E-8B1C-4215-AE82-34466FE0114B}" dt="2026-09-09T05:44:52.388" v="1319"/>
          <ac:spMkLst>
            <pc:docMk/>
            <pc:sldMk cId="3454978403" sldId="303"/>
            <ac:spMk id="50" creationId="{DCC583FC-3774-47D1-9A8B-E0DBA89CBF6F}"/>
          </ac:spMkLst>
        </pc:spChg>
        <pc:spChg chg="del">
          <ac:chgData name="FAIZA KHAN" userId="49b73bd8-6afc-47db-8ee9-a3d9e4f65dc0" providerId="ADAL" clId="{4B9DAC7E-8B1C-4215-AE82-34466FE0114B}" dt="2026-09-09T05:44:52.388" v="1319"/>
          <ac:spMkLst>
            <pc:docMk/>
            <pc:sldMk cId="3454978403" sldId="303"/>
            <ac:spMk id="53" creationId="{AECDF498-6F66-4565-9FB7-10767033377B}"/>
          </ac:spMkLst>
        </pc:spChg>
        <pc:spChg chg="del">
          <ac:chgData name="FAIZA KHAN" userId="49b73bd8-6afc-47db-8ee9-a3d9e4f65dc0" providerId="ADAL" clId="{4B9DAC7E-8B1C-4215-AE82-34466FE0114B}" dt="2026-09-09T05:44:52.388" v="1319"/>
          <ac:spMkLst>
            <pc:docMk/>
            <pc:sldMk cId="3454978403" sldId="303"/>
            <ac:spMk id="54" creationId="{E0779346-49CA-41C2-BD0A-62F2E1903A7B}"/>
          </ac:spMkLst>
        </pc:spChg>
        <pc:grpChg chg="del">
          <ac:chgData name="FAIZA KHAN" userId="49b73bd8-6afc-47db-8ee9-a3d9e4f65dc0" providerId="ADAL" clId="{4B9DAC7E-8B1C-4215-AE82-34466FE0114B}" dt="2026-09-09T05:44:52.388" v="1319"/>
          <ac:grpSpMkLst>
            <pc:docMk/>
            <pc:sldMk cId="3454978403" sldId="303"/>
            <ac:grpSpMk id="51" creationId="{E8DDDC38-A59D-4C57-BEAA-01E57BDEF44B}"/>
          </ac:grpSpMkLst>
        </pc:grpChg>
        <pc:grpChg chg="del">
          <ac:chgData name="FAIZA KHAN" userId="49b73bd8-6afc-47db-8ee9-a3d9e4f65dc0" providerId="ADAL" clId="{4B9DAC7E-8B1C-4215-AE82-34466FE0114B}" dt="2026-09-09T05:44:52.388" v="1319"/>
          <ac:grpSpMkLst>
            <pc:docMk/>
            <pc:sldMk cId="3454978403" sldId="303"/>
            <ac:grpSpMk id="52" creationId="{44251A81-4530-41B5-B8FB-DC124AC02C24}"/>
          </ac:grpSpMkLst>
        </pc:grpChg>
        <pc:picChg chg="mod">
          <ac:chgData name="FAIZA KHAN" userId="49b73bd8-6afc-47db-8ee9-a3d9e4f65dc0" providerId="ADAL" clId="{4B9DAC7E-8B1C-4215-AE82-34466FE0114B}" dt="2026-09-09T07:22:41.744" v="1382" actId="14100"/>
          <ac:picMkLst>
            <pc:docMk/>
            <pc:sldMk cId="3454978403" sldId="303"/>
            <ac:picMk id="55" creationId="{F836DA68-3E88-B802-4B5D-FE8E3F8665BE}"/>
          </ac:picMkLst>
        </pc:picChg>
      </pc:sldChg>
      <pc:sldChg chg="delSp modSp add mod setBg delDesignElem">
        <pc:chgData name="FAIZA KHAN" userId="49b73bd8-6afc-47db-8ee9-a3d9e4f65dc0" providerId="ADAL" clId="{4B9DAC7E-8B1C-4215-AE82-34466FE0114B}" dt="2026-09-09T07:22:55.004" v="1385" actId="1076"/>
        <pc:sldMkLst>
          <pc:docMk/>
          <pc:sldMk cId="1491668482" sldId="304"/>
        </pc:sldMkLst>
        <pc:spChg chg="del">
          <ac:chgData name="FAIZA KHAN" userId="49b73bd8-6afc-47db-8ee9-a3d9e4f65dc0" providerId="ADAL" clId="{4B9DAC7E-8B1C-4215-AE82-34466FE0114B}" dt="2026-09-09T06:31:27.964" v="1374" actId="478"/>
          <ac:spMkLst>
            <pc:docMk/>
            <pc:sldMk cId="1491668482" sldId="304"/>
            <ac:spMk id="5" creationId="{00000000-0000-0000-0000-000000000000}"/>
          </ac:spMkLst>
        </pc:spChg>
        <pc:spChg chg="del">
          <ac:chgData name="FAIZA KHAN" userId="49b73bd8-6afc-47db-8ee9-a3d9e4f65dc0" providerId="ADAL" clId="{4B9DAC7E-8B1C-4215-AE82-34466FE0114B}" dt="2026-09-09T05:44:52.388" v="1319"/>
          <ac:spMkLst>
            <pc:docMk/>
            <pc:sldMk cId="1491668482" sldId="304"/>
            <ac:spMk id="11" creationId="{DCC583FC-3774-47D1-9A8B-E0DBA89CBF6F}"/>
          </ac:spMkLst>
        </pc:spChg>
        <pc:spChg chg="del">
          <ac:chgData name="FAIZA KHAN" userId="49b73bd8-6afc-47db-8ee9-a3d9e4f65dc0" providerId="ADAL" clId="{4B9DAC7E-8B1C-4215-AE82-34466FE0114B}" dt="2026-09-09T05:44:52.388" v="1319"/>
          <ac:spMkLst>
            <pc:docMk/>
            <pc:sldMk cId="1491668482" sldId="304"/>
            <ac:spMk id="41" creationId="{AECDF498-6F66-4565-9FB7-10767033377B}"/>
          </ac:spMkLst>
        </pc:spChg>
        <pc:spChg chg="del">
          <ac:chgData name="FAIZA KHAN" userId="49b73bd8-6afc-47db-8ee9-a3d9e4f65dc0" providerId="ADAL" clId="{4B9DAC7E-8B1C-4215-AE82-34466FE0114B}" dt="2026-09-09T05:44:52.388" v="1319"/>
          <ac:spMkLst>
            <pc:docMk/>
            <pc:sldMk cId="1491668482" sldId="304"/>
            <ac:spMk id="43" creationId="{E0779346-49CA-41C2-BD0A-62F2E1903A7B}"/>
          </ac:spMkLst>
        </pc:spChg>
        <pc:grpChg chg="del">
          <ac:chgData name="FAIZA KHAN" userId="49b73bd8-6afc-47db-8ee9-a3d9e4f65dc0" providerId="ADAL" clId="{4B9DAC7E-8B1C-4215-AE82-34466FE0114B}" dt="2026-09-09T05:44:52.388" v="1319"/>
          <ac:grpSpMkLst>
            <pc:docMk/>
            <pc:sldMk cId="1491668482" sldId="304"/>
            <ac:grpSpMk id="13" creationId="{E8DDDC38-A59D-4C57-BEAA-01E57BDEF44B}"/>
          </ac:grpSpMkLst>
        </pc:grpChg>
        <pc:grpChg chg="del">
          <ac:chgData name="FAIZA KHAN" userId="49b73bd8-6afc-47db-8ee9-a3d9e4f65dc0" providerId="ADAL" clId="{4B9DAC7E-8B1C-4215-AE82-34466FE0114B}" dt="2026-09-09T05:44:52.388" v="1319"/>
          <ac:grpSpMkLst>
            <pc:docMk/>
            <pc:sldMk cId="1491668482" sldId="304"/>
            <ac:grpSpMk id="27" creationId="{44251A81-4530-41B5-B8FB-DC124AC02C24}"/>
          </ac:grpSpMkLst>
        </pc:grpChg>
        <pc:picChg chg="mod ord">
          <ac:chgData name="FAIZA KHAN" userId="49b73bd8-6afc-47db-8ee9-a3d9e4f65dc0" providerId="ADAL" clId="{4B9DAC7E-8B1C-4215-AE82-34466FE0114B}" dt="2026-09-09T07:22:55.004" v="1385" actId="1076"/>
          <ac:picMkLst>
            <pc:docMk/>
            <pc:sldMk cId="1491668482" sldId="304"/>
            <ac:picMk id="7" creationId="{D0A051B7-09CE-11E2-0F6D-5E5EDDAE1F42}"/>
          </ac:picMkLst>
        </pc:picChg>
      </pc:sldChg>
      <pc:sldChg chg="delSp modSp add mod setBg delDesignElem">
        <pc:chgData name="FAIZA KHAN" userId="49b73bd8-6afc-47db-8ee9-a3d9e4f65dc0" providerId="ADAL" clId="{4B9DAC7E-8B1C-4215-AE82-34466FE0114B}" dt="2026-09-09T07:23:03.549" v="1386" actId="1076"/>
        <pc:sldMkLst>
          <pc:docMk/>
          <pc:sldMk cId="1428980562" sldId="305"/>
        </pc:sldMkLst>
        <pc:spChg chg="mod">
          <ac:chgData name="FAIZA KHAN" userId="49b73bd8-6afc-47db-8ee9-a3d9e4f65dc0" providerId="ADAL" clId="{4B9DAC7E-8B1C-4215-AE82-34466FE0114B}" dt="2026-09-09T05:45:45.830" v="1323" actId="14100"/>
          <ac:spMkLst>
            <pc:docMk/>
            <pc:sldMk cId="1428980562" sldId="305"/>
            <ac:spMk id="2" creationId="{00000000-0000-0000-0000-000000000000}"/>
          </ac:spMkLst>
        </pc:spChg>
        <pc:spChg chg="mod">
          <ac:chgData name="FAIZA KHAN" userId="49b73bd8-6afc-47db-8ee9-a3d9e4f65dc0" providerId="ADAL" clId="{4B9DAC7E-8B1C-4215-AE82-34466FE0114B}" dt="2026-09-09T07:23:03.549" v="1386" actId="1076"/>
          <ac:spMkLst>
            <pc:docMk/>
            <pc:sldMk cId="1428980562" sldId="305"/>
            <ac:spMk id="5" creationId="{00000000-0000-0000-0000-000000000000}"/>
          </ac:spMkLst>
        </pc:spChg>
        <pc:spChg chg="del">
          <ac:chgData name="FAIZA KHAN" userId="49b73bd8-6afc-47db-8ee9-a3d9e4f65dc0" providerId="ADAL" clId="{4B9DAC7E-8B1C-4215-AE82-34466FE0114B}" dt="2026-09-09T05:44:52.388" v="1319"/>
          <ac:spMkLst>
            <pc:docMk/>
            <pc:sldMk cId="1428980562" sldId="305"/>
            <ac:spMk id="1068" creationId="{FBFE3618-8387-4153-870E-99EA1B9784F5}"/>
          </ac:spMkLst>
        </pc:spChg>
        <pc:spChg chg="del">
          <ac:chgData name="FAIZA KHAN" userId="49b73bd8-6afc-47db-8ee9-a3d9e4f65dc0" providerId="ADAL" clId="{4B9DAC7E-8B1C-4215-AE82-34466FE0114B}" dt="2026-09-09T05:44:52.388" v="1319"/>
          <ac:spMkLst>
            <pc:docMk/>
            <pc:sldMk cId="1428980562" sldId="305"/>
            <ac:spMk id="1069" creationId="{BB99A42A-5548-4BB8-9115-A05821C360AB}"/>
          </ac:spMkLst>
        </pc:spChg>
        <pc:spChg chg="del">
          <ac:chgData name="FAIZA KHAN" userId="49b73bd8-6afc-47db-8ee9-a3d9e4f65dc0" providerId="ADAL" clId="{4B9DAC7E-8B1C-4215-AE82-34466FE0114B}" dt="2026-09-09T05:44:52.388" v="1319"/>
          <ac:spMkLst>
            <pc:docMk/>
            <pc:sldMk cId="1428980562" sldId="305"/>
            <ac:spMk id="1070" creationId="{D49441E5-946F-46B3-BDD2-BAD088532367}"/>
          </ac:spMkLst>
        </pc:spChg>
        <pc:picChg chg="mod">
          <ac:chgData name="FAIZA KHAN" userId="49b73bd8-6afc-47db-8ee9-a3d9e4f65dc0" providerId="ADAL" clId="{4B9DAC7E-8B1C-4215-AE82-34466FE0114B}" dt="2026-09-09T05:45:48.576" v="1324" actId="1076"/>
          <ac:picMkLst>
            <pc:docMk/>
            <pc:sldMk cId="1428980562" sldId="305"/>
            <ac:picMk id="1026" creationId="{00000000-0000-0000-0000-000000000000}"/>
          </ac:picMkLst>
        </pc:picChg>
      </pc:sldChg>
      <pc:sldChg chg="add">
        <pc:chgData name="FAIZA KHAN" userId="49b73bd8-6afc-47db-8ee9-a3d9e4f65dc0" providerId="ADAL" clId="{4B9DAC7E-8B1C-4215-AE82-34466FE0114B}" dt="2026-09-09T05:44:52.388" v="1319"/>
        <pc:sldMkLst>
          <pc:docMk/>
          <pc:sldMk cId="3784382645" sldId="306"/>
        </pc:sldMkLst>
      </pc:sldChg>
      <pc:sldChg chg="add">
        <pc:chgData name="FAIZA KHAN" userId="49b73bd8-6afc-47db-8ee9-a3d9e4f65dc0" providerId="ADAL" clId="{4B9DAC7E-8B1C-4215-AE82-34466FE0114B}" dt="2026-09-09T05:44:52.388" v="1319"/>
        <pc:sldMkLst>
          <pc:docMk/>
          <pc:sldMk cId="3826762092" sldId="307"/>
        </pc:sldMkLst>
      </pc:sldChg>
      <pc:sldChg chg="add">
        <pc:chgData name="FAIZA KHAN" userId="49b73bd8-6afc-47db-8ee9-a3d9e4f65dc0" providerId="ADAL" clId="{4B9DAC7E-8B1C-4215-AE82-34466FE0114B}" dt="2026-09-09T05:44:52.388" v="1319"/>
        <pc:sldMkLst>
          <pc:docMk/>
          <pc:sldMk cId="2799876973" sldId="308"/>
        </pc:sldMkLst>
      </pc:sldChg>
      <pc:sldChg chg="add">
        <pc:chgData name="FAIZA KHAN" userId="49b73bd8-6afc-47db-8ee9-a3d9e4f65dc0" providerId="ADAL" clId="{4B9DAC7E-8B1C-4215-AE82-34466FE0114B}" dt="2026-09-09T05:44:52.388" v="1319"/>
        <pc:sldMkLst>
          <pc:docMk/>
          <pc:sldMk cId="3575237311" sldId="309"/>
        </pc:sldMkLst>
      </pc:sldChg>
      <pc:sldChg chg="add">
        <pc:chgData name="FAIZA KHAN" userId="49b73bd8-6afc-47db-8ee9-a3d9e4f65dc0" providerId="ADAL" clId="{4B9DAC7E-8B1C-4215-AE82-34466FE0114B}" dt="2026-09-09T05:44:52.388" v="1319"/>
        <pc:sldMkLst>
          <pc:docMk/>
          <pc:sldMk cId="2251499147" sldId="31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hyperlink" Target="https://www.example.com/page1" TargetMode="External"/><Relationship Id="rId1" Type="http://schemas.openxmlformats.org/officeDocument/2006/relationships/hyperlink" Target="http://www.example.com/" TargetMode="External"/><Relationship Id="rId5" Type="http://schemas.openxmlformats.org/officeDocument/2006/relationships/image" Target="../media/image7.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hyperlink" Target="https://www.example.com/page1" TargetMode="External"/><Relationship Id="rId6" Type="http://schemas.openxmlformats.org/officeDocument/2006/relationships/image" Target="../media/image7.svg"/><Relationship Id="rId5" Type="http://schemas.openxmlformats.org/officeDocument/2006/relationships/hyperlink" Target="http://www.example.com/" TargetMode="External"/><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08D607-CB21-4233-B4F0-C7C63C4C46E2}" type="doc">
      <dgm:prSet loTypeId="urn:microsoft.com/office/officeart/2018/2/layout/IconLabelList" loCatId="icon" qsTypeId="urn:microsoft.com/office/officeart/2005/8/quickstyle/simple1#4" qsCatId="simple" csTypeId="urn:microsoft.com/office/officeart/2005/8/colors/accent1_2#4" csCatId="accent1" phldr="1"/>
      <dgm:spPr/>
      <dgm:t>
        <a:bodyPr/>
        <a:lstStyle/>
        <a:p>
          <a:endParaRPr lang="en-US"/>
        </a:p>
      </dgm:t>
    </dgm:pt>
    <dgm:pt modelId="{4CB379C9-A596-4C15-B1C8-2C4B4FF5B911}">
      <dgm:prSet custT="1"/>
      <dgm:spPr/>
      <dgm:t>
        <a:bodyPr/>
        <a:lstStyle/>
        <a:p>
          <a:pPr>
            <a:lnSpc>
              <a:spcPct val="100000"/>
            </a:lnSpc>
          </a:pPr>
          <a:r>
            <a:rPr lang="en-US" sz="1400" dirty="0"/>
            <a:t>A URL is a web address used to identify and locate resources on the internet. </a:t>
          </a:r>
        </a:p>
      </dgm:t>
    </dgm:pt>
    <dgm:pt modelId="{6BFF6599-B9CF-460E-928E-A7D1DB50987F}" type="parTrans" cxnId="{66481111-E130-4738-B99E-CE6E9F5FF013}">
      <dgm:prSet/>
      <dgm:spPr/>
      <dgm:t>
        <a:bodyPr/>
        <a:lstStyle/>
        <a:p>
          <a:endParaRPr lang="en-US"/>
        </a:p>
      </dgm:t>
    </dgm:pt>
    <dgm:pt modelId="{71A76330-6F77-41C2-B078-46CCE5DF1D8F}" type="sibTrans" cxnId="{66481111-E130-4738-B99E-CE6E9F5FF013}">
      <dgm:prSet/>
      <dgm:spPr/>
      <dgm:t>
        <a:bodyPr/>
        <a:lstStyle/>
        <a:p>
          <a:endParaRPr lang="en-US"/>
        </a:p>
      </dgm:t>
    </dgm:pt>
    <dgm:pt modelId="{C54375AC-80C6-4BA8-8D9A-8F4201CC0492}">
      <dgm:prSet custT="1"/>
      <dgm:spPr/>
      <dgm:t>
        <a:bodyPr/>
        <a:lstStyle/>
        <a:p>
          <a:pPr algn="ctr">
            <a:lnSpc>
              <a:spcPct val="100000"/>
            </a:lnSpc>
          </a:pPr>
          <a:r>
            <a:rPr lang="en-US" sz="1400" dirty="0"/>
            <a:t>It consists of several components, including the protocol (e.g., http:// or https://), domain name (e.g., </a:t>
          </a:r>
          <a:r>
            <a:rPr lang="en-US" sz="1400" u="sng" dirty="0">
              <a:hlinkClick xmlns:r="http://schemas.openxmlformats.org/officeDocument/2006/relationships" r:id="rId1"/>
            </a:rPr>
            <a:t>www.example.com</a:t>
          </a:r>
          <a:r>
            <a:rPr lang="en-US" sz="1400" dirty="0"/>
            <a:t>), and path (e.g., /page1).</a:t>
          </a:r>
        </a:p>
      </dgm:t>
    </dgm:pt>
    <dgm:pt modelId="{0AA87B7F-D231-4917-983D-355D61E3B388}" type="parTrans" cxnId="{83331A4B-9DEA-4E1F-BACF-D5EACB830F02}">
      <dgm:prSet/>
      <dgm:spPr/>
      <dgm:t>
        <a:bodyPr/>
        <a:lstStyle/>
        <a:p>
          <a:endParaRPr lang="en-US"/>
        </a:p>
      </dgm:t>
    </dgm:pt>
    <dgm:pt modelId="{28E6B69D-1D41-4377-8794-EFBAD8FDFA26}" type="sibTrans" cxnId="{83331A4B-9DEA-4E1F-BACF-D5EACB830F02}">
      <dgm:prSet/>
      <dgm:spPr/>
      <dgm:t>
        <a:bodyPr/>
        <a:lstStyle/>
        <a:p>
          <a:endParaRPr lang="en-US"/>
        </a:p>
      </dgm:t>
    </dgm:pt>
    <dgm:pt modelId="{FDBCF528-D95C-42C5-A13C-0B3DDA8E2F71}">
      <dgm:prSet/>
      <dgm:spPr/>
      <dgm:t>
        <a:bodyPr/>
        <a:lstStyle/>
        <a:p>
          <a:pPr>
            <a:lnSpc>
              <a:spcPct val="100000"/>
            </a:lnSpc>
          </a:pPr>
          <a:r>
            <a:rPr lang="en-US"/>
            <a:t>Forexample: </a:t>
          </a:r>
          <a:r>
            <a:rPr lang="en-US">
              <a:hlinkClick xmlns:r="http://schemas.openxmlformats.org/officeDocument/2006/relationships" r:id="rId2"/>
            </a:rPr>
            <a:t>https://www.example.com/page1</a:t>
          </a:r>
          <a:r>
            <a:rPr lang="en-US"/>
            <a:t> </a:t>
          </a:r>
        </a:p>
      </dgm:t>
    </dgm:pt>
    <dgm:pt modelId="{8509185D-9B34-4FBC-8E13-813A95AD4711}" type="parTrans" cxnId="{70D0E70C-E4CC-467B-8670-0805DAFCA79C}">
      <dgm:prSet/>
      <dgm:spPr/>
      <dgm:t>
        <a:bodyPr/>
        <a:lstStyle/>
        <a:p>
          <a:endParaRPr lang="en-US"/>
        </a:p>
      </dgm:t>
    </dgm:pt>
    <dgm:pt modelId="{504519FF-18BD-4C13-9F35-DF4F88C666FF}" type="sibTrans" cxnId="{70D0E70C-E4CC-467B-8670-0805DAFCA79C}">
      <dgm:prSet/>
      <dgm:spPr/>
      <dgm:t>
        <a:bodyPr/>
        <a:lstStyle/>
        <a:p>
          <a:endParaRPr lang="en-US"/>
        </a:p>
      </dgm:t>
    </dgm:pt>
    <dgm:pt modelId="{581A3936-A6BE-4203-A2B4-D0D81CB67E83}" type="pres">
      <dgm:prSet presAssocID="{6808D607-CB21-4233-B4F0-C7C63C4C46E2}" presName="root" presStyleCnt="0">
        <dgm:presLayoutVars>
          <dgm:dir/>
          <dgm:resizeHandles val="exact"/>
        </dgm:presLayoutVars>
      </dgm:prSet>
      <dgm:spPr/>
      <dgm:t>
        <a:bodyPr/>
        <a:lstStyle/>
        <a:p>
          <a:endParaRPr lang="en-US"/>
        </a:p>
      </dgm:t>
    </dgm:pt>
    <dgm:pt modelId="{834DC75A-B717-48F0-99F4-9214D179BFF1}" type="pres">
      <dgm:prSet presAssocID="{4CB379C9-A596-4C15-B1C8-2C4B4FF5B911}" presName="compNode" presStyleCnt="0"/>
      <dgm:spPr/>
    </dgm:pt>
    <dgm:pt modelId="{9D18AFA3-2127-49CA-8252-7AB5D9F40844}" type="pres">
      <dgm:prSet presAssocID="{4CB379C9-A596-4C15-B1C8-2C4B4FF5B911}"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a:blipFill>
      </dgm:spPr>
      <dgm:extLst>
        <a:ext uri="{E40237B7-FDA0-4F09-8148-C483321AD2D9}">
          <dgm14:cNvPr xmlns:dgm14="http://schemas.microsoft.com/office/drawing/2010/diagram" id="0" name="" descr="Web Design"/>
        </a:ext>
      </dgm:extLst>
    </dgm:pt>
    <dgm:pt modelId="{5CF0D938-2B0D-4649-A8AD-82414C3A77C8}" type="pres">
      <dgm:prSet presAssocID="{4CB379C9-A596-4C15-B1C8-2C4B4FF5B911}" presName="spaceRect" presStyleCnt="0"/>
      <dgm:spPr/>
    </dgm:pt>
    <dgm:pt modelId="{453F3044-9A3E-4EEB-A29E-BC20743B79C8}" type="pres">
      <dgm:prSet presAssocID="{4CB379C9-A596-4C15-B1C8-2C4B4FF5B911}" presName="textRect" presStyleLbl="revTx" presStyleIdx="0" presStyleCnt="3">
        <dgm:presLayoutVars>
          <dgm:chMax val="1"/>
          <dgm:chPref val="1"/>
        </dgm:presLayoutVars>
      </dgm:prSet>
      <dgm:spPr/>
      <dgm:t>
        <a:bodyPr/>
        <a:lstStyle/>
        <a:p>
          <a:endParaRPr lang="en-US"/>
        </a:p>
      </dgm:t>
    </dgm:pt>
    <dgm:pt modelId="{87B8EF75-C995-48D0-A701-B16B201D44B9}" type="pres">
      <dgm:prSet presAssocID="{71A76330-6F77-41C2-B078-46CCE5DF1D8F}" presName="sibTrans" presStyleCnt="0"/>
      <dgm:spPr/>
    </dgm:pt>
    <dgm:pt modelId="{EF075E1A-33C2-41C4-9E13-2C3297447DC2}" type="pres">
      <dgm:prSet presAssocID="{C54375AC-80C6-4BA8-8D9A-8F4201CC0492}" presName="compNode" presStyleCnt="0"/>
      <dgm:spPr/>
    </dgm:pt>
    <dgm:pt modelId="{725F1277-8F9F-4109-9704-168480C28A44}" type="pres">
      <dgm:prSet presAssocID="{C54375AC-80C6-4BA8-8D9A-8F4201CC049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8C88AB52-5375-4BFD-B028-78EB67271948}" type="pres">
      <dgm:prSet presAssocID="{C54375AC-80C6-4BA8-8D9A-8F4201CC0492}" presName="spaceRect" presStyleCnt="0"/>
      <dgm:spPr/>
    </dgm:pt>
    <dgm:pt modelId="{DC72EFAC-DF5E-4D7E-881B-686A8CABE604}" type="pres">
      <dgm:prSet presAssocID="{C54375AC-80C6-4BA8-8D9A-8F4201CC0492}" presName="textRect" presStyleLbl="revTx" presStyleIdx="1" presStyleCnt="3" custScaleX="110935" custScaleY="147270">
        <dgm:presLayoutVars>
          <dgm:chMax val="1"/>
          <dgm:chPref val="1"/>
        </dgm:presLayoutVars>
      </dgm:prSet>
      <dgm:spPr/>
      <dgm:t>
        <a:bodyPr/>
        <a:lstStyle/>
        <a:p>
          <a:endParaRPr lang="en-US"/>
        </a:p>
      </dgm:t>
    </dgm:pt>
    <dgm:pt modelId="{8ACD00CC-F5E6-43A7-A14E-38043818493F}" type="pres">
      <dgm:prSet presAssocID="{28E6B69D-1D41-4377-8794-EFBAD8FDFA26}" presName="sibTrans" presStyleCnt="0"/>
      <dgm:spPr/>
    </dgm:pt>
    <dgm:pt modelId="{BA33456E-9156-43D4-9078-E9A208286B77}" type="pres">
      <dgm:prSet presAssocID="{FDBCF528-D95C-42C5-A13C-0B3DDA8E2F71}" presName="compNode" presStyleCnt="0"/>
      <dgm:spPr/>
    </dgm:pt>
    <dgm:pt modelId="{2542F546-0414-4565-B266-ED63B270A476}" type="pres">
      <dgm:prSet presAssocID="{FDBCF528-D95C-42C5-A13C-0B3DDA8E2F7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a:blipFill>
      </dgm:spPr>
      <dgm:extLst>
        <a:ext uri="{E40237B7-FDA0-4F09-8148-C483321AD2D9}">
          <dgm14:cNvPr xmlns:dgm14="http://schemas.microsoft.com/office/drawing/2010/diagram" id="0" name="" descr="Subtitles"/>
        </a:ext>
      </dgm:extLst>
    </dgm:pt>
    <dgm:pt modelId="{D9316621-7F5A-4C36-A63D-972B6238D0F9}" type="pres">
      <dgm:prSet presAssocID="{FDBCF528-D95C-42C5-A13C-0B3DDA8E2F71}" presName="spaceRect" presStyleCnt="0"/>
      <dgm:spPr/>
    </dgm:pt>
    <dgm:pt modelId="{C061F685-C2D4-4635-9B70-66C305218DD6}" type="pres">
      <dgm:prSet presAssocID="{FDBCF528-D95C-42C5-A13C-0B3DDA8E2F71}" presName="textRect" presStyleLbl="revTx" presStyleIdx="2" presStyleCnt="3">
        <dgm:presLayoutVars>
          <dgm:chMax val="1"/>
          <dgm:chPref val="1"/>
        </dgm:presLayoutVars>
      </dgm:prSet>
      <dgm:spPr/>
      <dgm:t>
        <a:bodyPr/>
        <a:lstStyle/>
        <a:p>
          <a:endParaRPr lang="en-US"/>
        </a:p>
      </dgm:t>
    </dgm:pt>
  </dgm:ptLst>
  <dgm:cxnLst>
    <dgm:cxn modelId="{70D0E70C-E4CC-467B-8670-0805DAFCA79C}" srcId="{6808D607-CB21-4233-B4F0-C7C63C4C46E2}" destId="{FDBCF528-D95C-42C5-A13C-0B3DDA8E2F71}" srcOrd="2" destOrd="0" parTransId="{8509185D-9B34-4FBC-8E13-813A95AD4711}" sibTransId="{504519FF-18BD-4C13-9F35-DF4F88C666FF}"/>
    <dgm:cxn modelId="{9586DD44-339A-47D3-8C90-B3F3154AF137}" type="presOf" srcId="{6808D607-CB21-4233-B4F0-C7C63C4C46E2}" destId="{581A3936-A6BE-4203-A2B4-D0D81CB67E83}" srcOrd="0" destOrd="0" presId="urn:microsoft.com/office/officeart/2018/2/layout/IconLabelList"/>
    <dgm:cxn modelId="{66481111-E130-4738-B99E-CE6E9F5FF013}" srcId="{6808D607-CB21-4233-B4F0-C7C63C4C46E2}" destId="{4CB379C9-A596-4C15-B1C8-2C4B4FF5B911}" srcOrd="0" destOrd="0" parTransId="{6BFF6599-B9CF-460E-928E-A7D1DB50987F}" sibTransId="{71A76330-6F77-41C2-B078-46CCE5DF1D8F}"/>
    <dgm:cxn modelId="{DA667FEE-AA99-42CF-9F22-224496C052DF}" type="presOf" srcId="{4CB379C9-A596-4C15-B1C8-2C4B4FF5B911}" destId="{453F3044-9A3E-4EEB-A29E-BC20743B79C8}" srcOrd="0" destOrd="0" presId="urn:microsoft.com/office/officeart/2018/2/layout/IconLabelList"/>
    <dgm:cxn modelId="{FC28C62D-8334-4AFC-8622-E42F8A3E783E}" type="presOf" srcId="{C54375AC-80C6-4BA8-8D9A-8F4201CC0492}" destId="{DC72EFAC-DF5E-4D7E-881B-686A8CABE604}" srcOrd="0" destOrd="0" presId="urn:microsoft.com/office/officeart/2018/2/layout/IconLabelList"/>
    <dgm:cxn modelId="{57E9E2A2-D949-41DC-ACD2-9CE2F30E0049}" type="presOf" srcId="{FDBCF528-D95C-42C5-A13C-0B3DDA8E2F71}" destId="{C061F685-C2D4-4635-9B70-66C305218DD6}" srcOrd="0" destOrd="0" presId="urn:microsoft.com/office/officeart/2018/2/layout/IconLabelList"/>
    <dgm:cxn modelId="{83331A4B-9DEA-4E1F-BACF-D5EACB830F02}" srcId="{6808D607-CB21-4233-B4F0-C7C63C4C46E2}" destId="{C54375AC-80C6-4BA8-8D9A-8F4201CC0492}" srcOrd="1" destOrd="0" parTransId="{0AA87B7F-D231-4917-983D-355D61E3B388}" sibTransId="{28E6B69D-1D41-4377-8794-EFBAD8FDFA26}"/>
    <dgm:cxn modelId="{ED01D362-9745-4A9C-B51C-0AA956028981}" type="presParOf" srcId="{581A3936-A6BE-4203-A2B4-D0D81CB67E83}" destId="{834DC75A-B717-48F0-99F4-9214D179BFF1}" srcOrd="0" destOrd="0" presId="urn:microsoft.com/office/officeart/2018/2/layout/IconLabelList"/>
    <dgm:cxn modelId="{4B1DBCFF-1E2C-4DB4-9337-7D16EA8242E4}" type="presParOf" srcId="{834DC75A-B717-48F0-99F4-9214D179BFF1}" destId="{9D18AFA3-2127-49CA-8252-7AB5D9F40844}" srcOrd="0" destOrd="0" presId="urn:microsoft.com/office/officeart/2018/2/layout/IconLabelList"/>
    <dgm:cxn modelId="{9744D716-C33D-41F0-BF58-5FB8B755966B}" type="presParOf" srcId="{834DC75A-B717-48F0-99F4-9214D179BFF1}" destId="{5CF0D938-2B0D-4649-A8AD-82414C3A77C8}" srcOrd="1" destOrd="0" presId="urn:microsoft.com/office/officeart/2018/2/layout/IconLabelList"/>
    <dgm:cxn modelId="{85DF9B13-91CE-490E-BFD1-5E00CBB7DE34}" type="presParOf" srcId="{834DC75A-B717-48F0-99F4-9214D179BFF1}" destId="{453F3044-9A3E-4EEB-A29E-BC20743B79C8}" srcOrd="2" destOrd="0" presId="urn:microsoft.com/office/officeart/2018/2/layout/IconLabelList"/>
    <dgm:cxn modelId="{4BC4685D-DAC4-44F4-B26F-A65BC08C7AC0}" type="presParOf" srcId="{581A3936-A6BE-4203-A2B4-D0D81CB67E83}" destId="{87B8EF75-C995-48D0-A701-B16B201D44B9}" srcOrd="1" destOrd="0" presId="urn:microsoft.com/office/officeart/2018/2/layout/IconLabelList"/>
    <dgm:cxn modelId="{7D503BDC-A3F7-45AE-ADAB-9FBB4C1DB6DF}" type="presParOf" srcId="{581A3936-A6BE-4203-A2B4-D0D81CB67E83}" destId="{EF075E1A-33C2-41C4-9E13-2C3297447DC2}" srcOrd="2" destOrd="0" presId="urn:microsoft.com/office/officeart/2018/2/layout/IconLabelList"/>
    <dgm:cxn modelId="{885E678B-FFD3-476C-B99C-F8B11DC67609}" type="presParOf" srcId="{EF075E1A-33C2-41C4-9E13-2C3297447DC2}" destId="{725F1277-8F9F-4109-9704-168480C28A44}" srcOrd="0" destOrd="0" presId="urn:microsoft.com/office/officeart/2018/2/layout/IconLabelList"/>
    <dgm:cxn modelId="{8860A4BB-A3BA-486D-8ECE-A38C1D5AB528}" type="presParOf" srcId="{EF075E1A-33C2-41C4-9E13-2C3297447DC2}" destId="{8C88AB52-5375-4BFD-B028-78EB67271948}" srcOrd="1" destOrd="0" presId="urn:microsoft.com/office/officeart/2018/2/layout/IconLabelList"/>
    <dgm:cxn modelId="{5EF80237-F51E-4D09-8C17-51025C963D32}" type="presParOf" srcId="{EF075E1A-33C2-41C4-9E13-2C3297447DC2}" destId="{DC72EFAC-DF5E-4D7E-881B-686A8CABE604}" srcOrd="2" destOrd="0" presId="urn:microsoft.com/office/officeart/2018/2/layout/IconLabelList"/>
    <dgm:cxn modelId="{A85CD7BC-823C-44BF-BDE5-387F4588FF37}" type="presParOf" srcId="{581A3936-A6BE-4203-A2B4-D0D81CB67E83}" destId="{8ACD00CC-F5E6-43A7-A14E-38043818493F}" srcOrd="3" destOrd="0" presId="urn:microsoft.com/office/officeart/2018/2/layout/IconLabelList"/>
    <dgm:cxn modelId="{4B8DD480-0809-4876-A9F8-044C50DB2C22}" type="presParOf" srcId="{581A3936-A6BE-4203-A2B4-D0D81CB67E83}" destId="{BA33456E-9156-43D4-9078-E9A208286B77}" srcOrd="4" destOrd="0" presId="urn:microsoft.com/office/officeart/2018/2/layout/IconLabelList"/>
    <dgm:cxn modelId="{2A1CE893-CC23-484C-A9EF-670F3556D088}" type="presParOf" srcId="{BA33456E-9156-43D4-9078-E9A208286B77}" destId="{2542F546-0414-4565-B266-ED63B270A476}" srcOrd="0" destOrd="0" presId="urn:microsoft.com/office/officeart/2018/2/layout/IconLabelList"/>
    <dgm:cxn modelId="{D7E26237-DB12-4359-B7D4-AA18E2455B11}" type="presParOf" srcId="{BA33456E-9156-43D4-9078-E9A208286B77}" destId="{D9316621-7F5A-4C36-A63D-972B6238D0F9}" srcOrd="1" destOrd="0" presId="urn:microsoft.com/office/officeart/2018/2/layout/IconLabelList"/>
    <dgm:cxn modelId="{556BA6BD-050D-4C92-A9E3-8E660D3203D6}" type="presParOf" srcId="{BA33456E-9156-43D4-9078-E9A208286B77}" destId="{C061F685-C2D4-4635-9B70-66C305218DD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F759E-B71A-4220-B0EF-521AE033DF97}" type="doc">
      <dgm:prSet loTypeId="urn:microsoft.com/office/officeart/2018/2/layout/IconLabelList" loCatId="icon" qsTypeId="urn:microsoft.com/office/officeart/2005/8/quickstyle/simple1#1" qsCatId="simple" csTypeId="urn:microsoft.com/office/officeart/2018/5/colors/Iconchunking_neutralbg_accent5_2" csCatId="accent5" phldr="1"/>
      <dgm:spPr/>
      <dgm:t>
        <a:bodyPr/>
        <a:lstStyle/>
        <a:p>
          <a:endParaRPr lang="en-US"/>
        </a:p>
      </dgm:t>
    </dgm:pt>
    <dgm:pt modelId="{F06719F2-AE50-4D7E-B96E-39D0A40B10B6}">
      <dgm:prSet custT="1"/>
      <dgm:spPr/>
      <dgm:t>
        <a:bodyPr/>
        <a:lstStyle/>
        <a:p>
          <a:r>
            <a:rPr lang="en-US" sz="1400" dirty="0"/>
            <a:t>The data layer, sometimes referred to as the </a:t>
          </a:r>
          <a:r>
            <a:rPr lang="en-US" sz="1400" b="1" dirty="0"/>
            <a:t>database layer</a:t>
          </a:r>
          <a:r>
            <a:rPr lang="en-US" sz="1400" b="0" dirty="0"/>
            <a:t>, </a:t>
          </a:r>
          <a:r>
            <a:rPr lang="en-US" sz="1400" b="1" dirty="0"/>
            <a:t>data access layer</a:t>
          </a:r>
          <a:r>
            <a:rPr lang="en-US" sz="1400" b="0" dirty="0"/>
            <a:t>,</a:t>
          </a:r>
          <a:r>
            <a:rPr lang="en-US" sz="1400" b="1" dirty="0"/>
            <a:t> or back-end</a:t>
          </a:r>
          <a:r>
            <a:rPr lang="en-US" sz="1400" b="0" dirty="0"/>
            <a:t>,</a:t>
          </a:r>
          <a:r>
            <a:rPr lang="en-US" sz="1400" dirty="0"/>
            <a:t> is where the information processed by the application is stored and managed.</a:t>
          </a:r>
        </a:p>
      </dgm:t>
    </dgm:pt>
    <dgm:pt modelId="{0A66F62C-4F12-4C12-A0D3-F4F56D34811E}" type="parTrans" cxnId="{D725C167-509C-4AD4-A961-3FB47257A95A}">
      <dgm:prSet/>
      <dgm:spPr/>
      <dgm:t>
        <a:bodyPr/>
        <a:lstStyle/>
        <a:p>
          <a:endParaRPr lang="en-US"/>
        </a:p>
      </dgm:t>
    </dgm:pt>
    <dgm:pt modelId="{BE4B190A-511E-4602-AD56-84167645D94F}" type="sibTrans" cxnId="{D725C167-509C-4AD4-A961-3FB47257A95A}">
      <dgm:prSet/>
      <dgm:spPr/>
      <dgm:t>
        <a:bodyPr/>
        <a:lstStyle/>
        <a:p>
          <a:endParaRPr lang="en-US"/>
        </a:p>
      </dgm:t>
    </dgm:pt>
    <dgm:pt modelId="{A38EB5C1-9096-4320-B838-966EB6790C9E}">
      <dgm:prSet/>
      <dgm:spPr/>
      <dgm:t>
        <a:bodyPr/>
        <a:lstStyle/>
        <a:p>
          <a:r>
            <a:rPr lang="en-US" dirty="0"/>
            <a:t>This can be a relational database management system such as PostgreSQL, MySQL, MariaDB, Oracle</a:t>
          </a:r>
        </a:p>
      </dgm:t>
    </dgm:pt>
    <dgm:pt modelId="{E8C513EE-E16E-4086-BD7D-1505B690DB0C}" type="parTrans" cxnId="{F9D078A9-C0FF-4E4D-921F-CE28B68BE00B}">
      <dgm:prSet/>
      <dgm:spPr/>
      <dgm:t>
        <a:bodyPr/>
        <a:lstStyle/>
        <a:p>
          <a:endParaRPr lang="en-US"/>
        </a:p>
      </dgm:t>
    </dgm:pt>
    <dgm:pt modelId="{FF1FF8BC-C98B-4A65-A8F0-373C297DD94B}" type="sibTrans" cxnId="{F9D078A9-C0FF-4E4D-921F-CE28B68BE00B}">
      <dgm:prSet/>
      <dgm:spPr/>
      <dgm:t>
        <a:bodyPr/>
        <a:lstStyle/>
        <a:p>
          <a:endParaRPr lang="en-US"/>
        </a:p>
      </dgm:t>
    </dgm:pt>
    <dgm:pt modelId="{8FAE6856-4B86-4314-8AC6-61DD65A08473}" type="pres">
      <dgm:prSet presAssocID="{65CF759E-B71A-4220-B0EF-521AE033DF97}" presName="root" presStyleCnt="0">
        <dgm:presLayoutVars>
          <dgm:dir/>
          <dgm:resizeHandles val="exact"/>
        </dgm:presLayoutVars>
      </dgm:prSet>
      <dgm:spPr/>
      <dgm:t>
        <a:bodyPr/>
        <a:lstStyle/>
        <a:p>
          <a:endParaRPr lang="en-US"/>
        </a:p>
      </dgm:t>
    </dgm:pt>
    <dgm:pt modelId="{793DB86A-EED0-4E8C-838A-F5F9AE9711F1}" type="pres">
      <dgm:prSet presAssocID="{F06719F2-AE50-4D7E-B96E-39D0A40B10B6}" presName="compNode" presStyleCnt="0"/>
      <dgm:spPr/>
    </dgm:pt>
    <dgm:pt modelId="{43C08423-EA54-4134-AC57-22C339B9D3CE}" type="pres">
      <dgm:prSet presAssocID="{F06719F2-AE50-4D7E-B96E-39D0A40B10B6}"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7C821BAA-D4A6-489B-80D2-3B472E9886D9}" type="pres">
      <dgm:prSet presAssocID="{F06719F2-AE50-4D7E-B96E-39D0A40B10B6}" presName="spaceRect" presStyleCnt="0"/>
      <dgm:spPr/>
    </dgm:pt>
    <dgm:pt modelId="{877042F1-3C85-4F2F-A596-BDB82DD94028}" type="pres">
      <dgm:prSet presAssocID="{F06719F2-AE50-4D7E-B96E-39D0A40B10B6}" presName="textRect" presStyleLbl="revTx" presStyleIdx="0" presStyleCnt="2">
        <dgm:presLayoutVars>
          <dgm:chMax val="1"/>
          <dgm:chPref val="1"/>
        </dgm:presLayoutVars>
      </dgm:prSet>
      <dgm:spPr/>
      <dgm:t>
        <a:bodyPr/>
        <a:lstStyle/>
        <a:p>
          <a:endParaRPr lang="en-US"/>
        </a:p>
      </dgm:t>
    </dgm:pt>
    <dgm:pt modelId="{7136780F-5A9F-4458-A903-C98F4154090D}" type="pres">
      <dgm:prSet presAssocID="{BE4B190A-511E-4602-AD56-84167645D94F}" presName="sibTrans" presStyleCnt="0"/>
      <dgm:spPr/>
    </dgm:pt>
    <dgm:pt modelId="{435A98C7-84C2-43AB-83DB-31B75C3AC845}" type="pres">
      <dgm:prSet presAssocID="{A38EB5C1-9096-4320-B838-966EB6790C9E}" presName="compNode" presStyleCnt="0"/>
      <dgm:spPr/>
    </dgm:pt>
    <dgm:pt modelId="{0B87B3E7-281A-4629-8741-CC7F214255FB}" type="pres">
      <dgm:prSet presAssocID="{A38EB5C1-9096-4320-B838-966EB6790C9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84B68024-94DA-4422-9CD4-08468EA2A870}" type="pres">
      <dgm:prSet presAssocID="{A38EB5C1-9096-4320-B838-966EB6790C9E}" presName="spaceRect" presStyleCnt="0"/>
      <dgm:spPr/>
    </dgm:pt>
    <dgm:pt modelId="{19DBACD6-F5E9-491B-97B4-D4FE13B971C1}" type="pres">
      <dgm:prSet presAssocID="{A38EB5C1-9096-4320-B838-966EB6790C9E}" presName="textRect" presStyleLbl="revTx" presStyleIdx="1" presStyleCnt="2">
        <dgm:presLayoutVars>
          <dgm:chMax val="1"/>
          <dgm:chPref val="1"/>
        </dgm:presLayoutVars>
      </dgm:prSet>
      <dgm:spPr/>
      <dgm:t>
        <a:bodyPr/>
        <a:lstStyle/>
        <a:p>
          <a:endParaRPr lang="en-US"/>
        </a:p>
      </dgm:t>
    </dgm:pt>
  </dgm:ptLst>
  <dgm:cxnLst>
    <dgm:cxn modelId="{D491ECF7-D0E0-40D4-9646-FBBDCB436D26}" type="presOf" srcId="{F06719F2-AE50-4D7E-B96E-39D0A40B10B6}" destId="{877042F1-3C85-4F2F-A596-BDB82DD94028}" srcOrd="0" destOrd="0" presId="urn:microsoft.com/office/officeart/2018/2/layout/IconLabelList"/>
    <dgm:cxn modelId="{F9D078A9-C0FF-4E4D-921F-CE28B68BE00B}" srcId="{65CF759E-B71A-4220-B0EF-521AE033DF97}" destId="{A38EB5C1-9096-4320-B838-966EB6790C9E}" srcOrd="1" destOrd="0" parTransId="{E8C513EE-E16E-4086-BD7D-1505B690DB0C}" sibTransId="{FF1FF8BC-C98B-4A65-A8F0-373C297DD94B}"/>
    <dgm:cxn modelId="{D725C167-509C-4AD4-A961-3FB47257A95A}" srcId="{65CF759E-B71A-4220-B0EF-521AE033DF97}" destId="{F06719F2-AE50-4D7E-B96E-39D0A40B10B6}" srcOrd="0" destOrd="0" parTransId="{0A66F62C-4F12-4C12-A0D3-F4F56D34811E}" sibTransId="{BE4B190A-511E-4602-AD56-84167645D94F}"/>
    <dgm:cxn modelId="{F878E923-1B3E-43E0-9434-B38F27C4EA03}" type="presOf" srcId="{A38EB5C1-9096-4320-B838-966EB6790C9E}" destId="{19DBACD6-F5E9-491B-97B4-D4FE13B971C1}" srcOrd="0" destOrd="0" presId="urn:microsoft.com/office/officeart/2018/2/layout/IconLabelList"/>
    <dgm:cxn modelId="{D3F0934F-DB95-4671-BFB7-451D5EFA7AD0}" type="presOf" srcId="{65CF759E-B71A-4220-B0EF-521AE033DF97}" destId="{8FAE6856-4B86-4314-8AC6-61DD65A08473}" srcOrd="0" destOrd="0" presId="urn:microsoft.com/office/officeart/2018/2/layout/IconLabelList"/>
    <dgm:cxn modelId="{83F6E56E-6ACF-4005-BE79-F9CEC2F2EBCE}" type="presParOf" srcId="{8FAE6856-4B86-4314-8AC6-61DD65A08473}" destId="{793DB86A-EED0-4E8C-838A-F5F9AE9711F1}" srcOrd="0" destOrd="0" presId="urn:microsoft.com/office/officeart/2018/2/layout/IconLabelList"/>
    <dgm:cxn modelId="{8F47FD1C-2032-4E01-AD40-00AB7539FECC}" type="presParOf" srcId="{793DB86A-EED0-4E8C-838A-F5F9AE9711F1}" destId="{43C08423-EA54-4134-AC57-22C339B9D3CE}" srcOrd="0" destOrd="0" presId="urn:microsoft.com/office/officeart/2018/2/layout/IconLabelList"/>
    <dgm:cxn modelId="{E435D00C-77E6-42FD-BD7A-36148B9A343B}" type="presParOf" srcId="{793DB86A-EED0-4E8C-838A-F5F9AE9711F1}" destId="{7C821BAA-D4A6-489B-80D2-3B472E9886D9}" srcOrd="1" destOrd="0" presId="urn:microsoft.com/office/officeart/2018/2/layout/IconLabelList"/>
    <dgm:cxn modelId="{138DCC41-586C-4432-9A85-5E560B55AE6F}" type="presParOf" srcId="{793DB86A-EED0-4E8C-838A-F5F9AE9711F1}" destId="{877042F1-3C85-4F2F-A596-BDB82DD94028}" srcOrd="2" destOrd="0" presId="urn:microsoft.com/office/officeart/2018/2/layout/IconLabelList"/>
    <dgm:cxn modelId="{AA5734B9-BC75-4840-BD80-B7F45D39409B}" type="presParOf" srcId="{8FAE6856-4B86-4314-8AC6-61DD65A08473}" destId="{7136780F-5A9F-4458-A903-C98F4154090D}" srcOrd="1" destOrd="0" presId="urn:microsoft.com/office/officeart/2018/2/layout/IconLabelList"/>
    <dgm:cxn modelId="{2B3B7BEF-425D-486D-AD11-95092798858D}" type="presParOf" srcId="{8FAE6856-4B86-4314-8AC6-61DD65A08473}" destId="{435A98C7-84C2-43AB-83DB-31B75C3AC845}" srcOrd="2" destOrd="0" presId="urn:microsoft.com/office/officeart/2018/2/layout/IconLabelList"/>
    <dgm:cxn modelId="{E7E6A5B7-B287-44B4-9D1B-CEB8471A0261}" type="presParOf" srcId="{435A98C7-84C2-43AB-83DB-31B75C3AC845}" destId="{0B87B3E7-281A-4629-8741-CC7F214255FB}" srcOrd="0" destOrd="0" presId="urn:microsoft.com/office/officeart/2018/2/layout/IconLabelList"/>
    <dgm:cxn modelId="{9BE8C000-FF26-4634-85DB-86B416F74665}" type="presParOf" srcId="{435A98C7-84C2-43AB-83DB-31B75C3AC845}" destId="{84B68024-94DA-4422-9CD4-08468EA2A870}" srcOrd="1" destOrd="0" presId="urn:microsoft.com/office/officeart/2018/2/layout/IconLabelList"/>
    <dgm:cxn modelId="{EEB43CD0-92BF-4828-A96A-BD8550997B2D}" type="presParOf" srcId="{435A98C7-84C2-43AB-83DB-31B75C3AC845}" destId="{19DBACD6-F5E9-491B-97B4-D4FE13B971C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8AFA3-2127-49CA-8252-7AB5D9F40844}">
      <dsp:nvSpPr>
        <dsp:cNvPr id="0" name=""/>
        <dsp:cNvSpPr/>
      </dsp:nvSpPr>
      <dsp:spPr>
        <a:xfrm>
          <a:off x="967978" y="1142709"/>
          <a:ext cx="1284940" cy="12849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3F3044-9A3E-4EEB-A29E-BC20743B79C8}">
      <dsp:nvSpPr>
        <dsp:cNvPr id="0" name=""/>
        <dsp:cNvSpPr/>
      </dsp:nvSpPr>
      <dsp:spPr>
        <a:xfrm>
          <a:off x="182737" y="2849304"/>
          <a:ext cx="2855422"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100000"/>
            </a:lnSpc>
            <a:spcBef>
              <a:spcPct val="0"/>
            </a:spcBef>
            <a:spcAft>
              <a:spcPct val="35000"/>
            </a:spcAft>
          </a:pPr>
          <a:r>
            <a:rPr lang="en-US" sz="1400" kern="1200" dirty="0"/>
            <a:t>A URL is a web address used to identify and locate resources on the internet. </a:t>
          </a:r>
        </a:p>
      </dsp:txBody>
      <dsp:txXfrm>
        <a:off x="182737" y="2849304"/>
        <a:ext cx="2855422" cy="1102500"/>
      </dsp:txXfrm>
    </dsp:sp>
    <dsp:sp modelId="{725F1277-8F9F-4109-9704-168480C28A44}">
      <dsp:nvSpPr>
        <dsp:cNvPr id="0" name=""/>
        <dsp:cNvSpPr/>
      </dsp:nvSpPr>
      <dsp:spPr>
        <a:xfrm>
          <a:off x="4479219" y="1012421"/>
          <a:ext cx="1284940" cy="12849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72EFAC-DF5E-4D7E-881B-686A8CABE604}">
      <dsp:nvSpPr>
        <dsp:cNvPr id="0" name=""/>
        <dsp:cNvSpPr/>
      </dsp:nvSpPr>
      <dsp:spPr>
        <a:xfrm>
          <a:off x="3537858" y="2458441"/>
          <a:ext cx="3167662" cy="162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100000"/>
            </a:lnSpc>
            <a:spcBef>
              <a:spcPct val="0"/>
            </a:spcBef>
            <a:spcAft>
              <a:spcPct val="35000"/>
            </a:spcAft>
          </a:pPr>
          <a:r>
            <a:rPr lang="en-US" sz="1400" kern="1200" dirty="0"/>
            <a:t>It consists of several components, including the protocol (e.g., http:// or https://), domain name (e.g., </a:t>
          </a:r>
          <a:r>
            <a:rPr lang="en-US" sz="1400" u="sng" kern="1200" dirty="0">
              <a:hlinkClick xmlns:r="http://schemas.openxmlformats.org/officeDocument/2006/relationships" r:id="rId5"/>
            </a:rPr>
            <a:t>www.example.com</a:t>
          </a:r>
          <a:r>
            <a:rPr lang="en-US" sz="1400" kern="1200" dirty="0"/>
            <a:t>), and path (e.g., /page1).</a:t>
          </a:r>
        </a:p>
      </dsp:txBody>
      <dsp:txXfrm>
        <a:off x="3537858" y="2458441"/>
        <a:ext cx="3167662" cy="1623651"/>
      </dsp:txXfrm>
    </dsp:sp>
    <dsp:sp modelId="{2542F546-0414-4565-B266-ED63B270A476}">
      <dsp:nvSpPr>
        <dsp:cNvPr id="0" name=""/>
        <dsp:cNvSpPr/>
      </dsp:nvSpPr>
      <dsp:spPr>
        <a:xfrm>
          <a:off x="7990461" y="1142709"/>
          <a:ext cx="1284940" cy="12849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61F685-C2D4-4635-9B70-66C305218DD6}">
      <dsp:nvSpPr>
        <dsp:cNvPr id="0" name=""/>
        <dsp:cNvSpPr/>
      </dsp:nvSpPr>
      <dsp:spPr>
        <a:xfrm>
          <a:off x="7205220" y="2849304"/>
          <a:ext cx="2855422"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77850">
            <a:lnSpc>
              <a:spcPct val="100000"/>
            </a:lnSpc>
            <a:spcBef>
              <a:spcPct val="0"/>
            </a:spcBef>
            <a:spcAft>
              <a:spcPct val="35000"/>
            </a:spcAft>
          </a:pPr>
          <a:r>
            <a:rPr lang="en-US" sz="1300" kern="1200"/>
            <a:t>Forexample: </a:t>
          </a:r>
          <a:r>
            <a:rPr lang="en-US" sz="1300" kern="1200">
              <a:hlinkClick xmlns:r="http://schemas.openxmlformats.org/officeDocument/2006/relationships" r:id="rId7"/>
            </a:rPr>
            <a:t>https://www.example.com/page1</a:t>
          </a:r>
          <a:r>
            <a:rPr lang="en-US" sz="1300" kern="1200"/>
            <a:t> </a:t>
          </a:r>
        </a:p>
      </dsp:txBody>
      <dsp:txXfrm>
        <a:off x="7205220" y="2849304"/>
        <a:ext cx="2855422" cy="110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08423-EA54-4134-AC57-22C339B9D3CE}">
      <dsp:nvSpPr>
        <dsp:cNvPr id="0" name=""/>
        <dsp:cNvSpPr/>
      </dsp:nvSpPr>
      <dsp:spPr>
        <a:xfrm>
          <a:off x="1175655" y="282722"/>
          <a:ext cx="1837687" cy="1837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77042F1-3C85-4F2F-A596-BDB82DD94028}">
      <dsp:nvSpPr>
        <dsp:cNvPr id="0" name=""/>
        <dsp:cNvSpPr/>
      </dsp:nvSpPr>
      <dsp:spPr>
        <a:xfrm>
          <a:off x="52623" y="2583718"/>
          <a:ext cx="40837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90000"/>
            </a:lnSpc>
            <a:spcBef>
              <a:spcPct val="0"/>
            </a:spcBef>
            <a:spcAft>
              <a:spcPct val="35000"/>
            </a:spcAft>
          </a:pPr>
          <a:r>
            <a:rPr lang="en-US" sz="1400" kern="1200" dirty="0"/>
            <a:t>The data layer, sometimes referred to as the </a:t>
          </a:r>
          <a:r>
            <a:rPr lang="en-US" sz="1400" b="1" kern="1200" dirty="0"/>
            <a:t>database layer</a:t>
          </a:r>
          <a:r>
            <a:rPr lang="en-US" sz="1400" b="0" kern="1200" dirty="0"/>
            <a:t>, </a:t>
          </a:r>
          <a:r>
            <a:rPr lang="en-US" sz="1400" b="1" kern="1200" dirty="0"/>
            <a:t>data access layer</a:t>
          </a:r>
          <a:r>
            <a:rPr lang="en-US" sz="1400" b="0" kern="1200" dirty="0"/>
            <a:t>,</a:t>
          </a:r>
          <a:r>
            <a:rPr lang="en-US" sz="1400" b="1" kern="1200" dirty="0"/>
            <a:t> or back-end</a:t>
          </a:r>
          <a:r>
            <a:rPr lang="en-US" sz="1400" b="0" kern="1200" dirty="0"/>
            <a:t>,</a:t>
          </a:r>
          <a:r>
            <a:rPr lang="en-US" sz="1400" kern="1200" dirty="0"/>
            <a:t> is where the information processed by the application is stored and managed.</a:t>
          </a:r>
        </a:p>
      </dsp:txBody>
      <dsp:txXfrm>
        <a:off x="52623" y="2583718"/>
        <a:ext cx="4083750" cy="787500"/>
      </dsp:txXfrm>
    </dsp:sp>
    <dsp:sp modelId="{0B87B3E7-281A-4629-8741-CC7F214255FB}">
      <dsp:nvSpPr>
        <dsp:cNvPr id="0" name=""/>
        <dsp:cNvSpPr/>
      </dsp:nvSpPr>
      <dsp:spPr>
        <a:xfrm>
          <a:off x="5974061" y="282722"/>
          <a:ext cx="1837687" cy="1837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DBACD6-F5E9-491B-97B4-D4FE13B971C1}">
      <dsp:nvSpPr>
        <dsp:cNvPr id="0" name=""/>
        <dsp:cNvSpPr/>
      </dsp:nvSpPr>
      <dsp:spPr>
        <a:xfrm>
          <a:off x="4851030" y="2583718"/>
          <a:ext cx="40837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800100">
            <a:lnSpc>
              <a:spcPct val="90000"/>
            </a:lnSpc>
            <a:spcBef>
              <a:spcPct val="0"/>
            </a:spcBef>
            <a:spcAft>
              <a:spcPct val="35000"/>
            </a:spcAft>
          </a:pPr>
          <a:r>
            <a:rPr lang="en-US" sz="1800" kern="1200" dirty="0"/>
            <a:t>This can be a relational database management system such as PostgreSQL, MySQL, MariaDB, Oracle</a:t>
          </a:r>
        </a:p>
      </dsp:txBody>
      <dsp:txXfrm>
        <a:off x="4851030" y="2583718"/>
        <a:ext cx="4083750" cy="7875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9BA0E8DB-86F8-8659-F4A1-3A7DA7E16D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E24CE05E-F98C-F5E6-B6FA-B4D18A3D19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62498F-F798-45B2-8EE1-48A3E2D4F75E}" type="datetimeFigureOut">
              <a:rPr lang="en-US" smtClean="0"/>
              <a:t>9/11/2026</a:t>
            </a:fld>
            <a:endParaRPr lang="en-US"/>
          </a:p>
        </p:txBody>
      </p:sp>
      <p:sp>
        <p:nvSpPr>
          <p:cNvPr id="4" name="Footer Placeholder 3">
            <a:extLst>
              <a:ext uri="{FF2B5EF4-FFF2-40B4-BE49-F238E27FC236}">
                <a16:creationId xmlns="" xmlns:a16="http://schemas.microsoft.com/office/drawing/2014/main" id="{A63549FB-B40D-D3B5-7B82-B688B4D5AC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79A4A0B4-0F13-40D9-60B5-B8E75707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9695FF-6BEF-414E-867B-C879372B149A}" type="slidenum">
              <a:rPr lang="en-US" smtClean="0"/>
              <a:t>‹#›</a:t>
            </a:fld>
            <a:endParaRPr lang="en-US"/>
          </a:p>
        </p:txBody>
      </p:sp>
    </p:spTree>
    <p:extLst>
      <p:ext uri="{BB962C8B-B14F-4D97-AF65-F5344CB8AC3E}">
        <p14:creationId xmlns:p14="http://schemas.microsoft.com/office/powerpoint/2010/main" val="406261197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FD1D7-C46B-4E6A-91A5-5A98D1C56273}"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028D4-2865-4ECD-A9C3-78F7F80ED42C}" type="slidenum">
              <a:rPr lang="en-US" smtClean="0"/>
              <a:t>‹#›</a:t>
            </a:fld>
            <a:endParaRPr lang="en-US"/>
          </a:p>
        </p:txBody>
      </p:sp>
    </p:spTree>
    <p:extLst>
      <p:ext uri="{BB962C8B-B14F-4D97-AF65-F5344CB8AC3E}">
        <p14:creationId xmlns:p14="http://schemas.microsoft.com/office/powerpoint/2010/main" val="21877574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09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9B4F06-26DE-4995-A938-42E777BC5BD1}" type="slidenum">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10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Tree>
    <p:extLst>
      <p:ext uri="{BB962C8B-B14F-4D97-AF65-F5344CB8AC3E}">
        <p14:creationId xmlns:p14="http://schemas.microsoft.com/office/powerpoint/2010/main" val="3370337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C57028D4-2865-4ECD-A9C3-78F7F80ED42C}" type="slidenum">
              <a:rPr lang="en-US" smtClean="0"/>
              <a:t>2</a:t>
            </a:fld>
            <a:endParaRPr lang="en-US"/>
          </a:p>
        </p:txBody>
      </p:sp>
    </p:spTree>
    <p:extLst>
      <p:ext uri="{BB962C8B-B14F-4D97-AF65-F5344CB8AC3E}">
        <p14:creationId xmlns:p14="http://schemas.microsoft.com/office/powerpoint/2010/main" val="2502839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7028D4-2865-4ECD-A9C3-78F7F80ED42C}" type="slidenum">
              <a:rPr lang="en-US" smtClean="0"/>
              <a:t>3</a:t>
            </a:fld>
            <a:endParaRPr lang="en-US"/>
          </a:p>
        </p:txBody>
      </p:sp>
      <p:sp>
        <p:nvSpPr>
          <p:cNvPr id="5" name="Footer Placeholder 4">
            <a:extLst>
              <a:ext uri="{FF2B5EF4-FFF2-40B4-BE49-F238E27FC236}">
                <a16:creationId xmlns="" xmlns:a16="http://schemas.microsoft.com/office/drawing/2014/main" id="{BDE29078-2121-B2AB-0462-C921242B0D4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029032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0" dirty="0">
                <a:solidFill>
                  <a:srgbClr val="FF0000"/>
                </a:solidFill>
              </a:rPr>
              <a:t>shared hosting</a:t>
            </a:r>
            <a:r>
              <a:rPr lang="en-US" dirty="0"/>
              <a:t>, multiple websites are hosted on a single server. The server’s resources (CPU, RAM, bandwidth, etc.) are shared among all the websites on that server.</a:t>
            </a:r>
          </a:p>
          <a:p>
            <a:endParaRPr lang="en-US" dirty="0"/>
          </a:p>
          <a:p>
            <a:r>
              <a:rPr lang="en-US" dirty="0"/>
              <a:t>VPS hosting provides a virtualized server environment. Although multiple VPS instances are hosted on a single physical server, each VPS has its own dedicated resources and operates independently from others.</a:t>
            </a:r>
          </a:p>
          <a:p>
            <a:endParaRPr lang="en-US" dirty="0"/>
          </a:p>
          <a:p>
            <a:r>
              <a:rPr lang="en-US" dirty="0"/>
              <a:t>Dedicated hosting provides an entire physical server dedicated to a single user or organization. All the server’s resources are available for your website or application.</a:t>
            </a:r>
          </a:p>
        </p:txBody>
      </p:sp>
      <p:sp>
        <p:nvSpPr>
          <p:cNvPr id="4" name="Slide Number Placeholder 3"/>
          <p:cNvSpPr>
            <a:spLocks noGrp="1"/>
          </p:cNvSpPr>
          <p:nvPr>
            <p:ph type="sldNum" sz="quarter" idx="10"/>
          </p:nvPr>
        </p:nvSpPr>
        <p:spPr/>
        <p:txBody>
          <a:bodyPr/>
          <a:lstStyle/>
          <a:p>
            <a:fld id="{C57028D4-2865-4ECD-A9C3-78F7F80ED42C}" type="slidenum">
              <a:rPr lang="en-US" smtClean="0"/>
              <a:t>13</a:t>
            </a:fld>
            <a:endParaRPr lang="en-US"/>
          </a:p>
        </p:txBody>
      </p:sp>
      <p:sp>
        <p:nvSpPr>
          <p:cNvPr id="5" name="Footer Placeholder 4">
            <a:extLst>
              <a:ext uri="{FF2B5EF4-FFF2-40B4-BE49-F238E27FC236}">
                <a16:creationId xmlns="" xmlns:a16="http://schemas.microsoft.com/office/drawing/2014/main" id="{7EC0B983-8C1F-DF1A-C85C-338C3780D31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21760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SEO</a:t>
            </a:r>
          </a:p>
          <a:p>
            <a:r>
              <a:rPr lang="en-US" dirty="0"/>
              <a:t>Internal</a:t>
            </a:r>
            <a:r>
              <a:rPr lang="en-US" baseline="0" dirty="0"/>
              <a:t> linking</a:t>
            </a:r>
          </a:p>
          <a:p>
            <a:r>
              <a:rPr lang="en-US" baseline="0" dirty="0" err="1"/>
              <a:t>BAcklinks</a:t>
            </a:r>
            <a:endParaRPr lang="en-US" baseline="0" dirty="0"/>
          </a:p>
          <a:p>
            <a:r>
              <a:rPr lang="en-US" baseline="0" dirty="0"/>
              <a:t>KEYWORD SEARCH</a:t>
            </a:r>
          </a:p>
        </p:txBody>
      </p:sp>
      <p:sp>
        <p:nvSpPr>
          <p:cNvPr id="4" name="Slide Number Placeholder 3"/>
          <p:cNvSpPr>
            <a:spLocks noGrp="1"/>
          </p:cNvSpPr>
          <p:nvPr>
            <p:ph type="sldNum" sz="quarter" idx="10"/>
          </p:nvPr>
        </p:nvSpPr>
        <p:spPr/>
        <p:txBody>
          <a:bodyPr/>
          <a:lstStyle/>
          <a:p>
            <a:fld id="{C57028D4-2865-4ECD-A9C3-78F7F80ED42C}" type="slidenum">
              <a:rPr lang="en-US" smtClean="0"/>
              <a:t>14</a:t>
            </a:fld>
            <a:endParaRPr lang="en-US"/>
          </a:p>
        </p:txBody>
      </p:sp>
      <p:sp>
        <p:nvSpPr>
          <p:cNvPr id="5" name="Footer Placeholder 4">
            <a:extLst>
              <a:ext uri="{FF2B5EF4-FFF2-40B4-BE49-F238E27FC236}">
                <a16:creationId xmlns="" xmlns:a16="http://schemas.microsoft.com/office/drawing/2014/main" id="{04E90F8D-D733-5ED4-C7C6-4E069C61D3E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22012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7028D4-2865-4ECD-A9C3-78F7F80ED42C}" type="slidenum">
              <a:rPr lang="en-US" smtClean="0"/>
              <a:t>17</a:t>
            </a:fld>
            <a:endParaRPr lang="en-US"/>
          </a:p>
        </p:txBody>
      </p:sp>
      <p:sp>
        <p:nvSpPr>
          <p:cNvPr id="5" name="Footer Placeholder 4">
            <a:extLst>
              <a:ext uri="{FF2B5EF4-FFF2-40B4-BE49-F238E27FC236}">
                <a16:creationId xmlns="" xmlns:a16="http://schemas.microsoft.com/office/drawing/2014/main" id="{8B2FEA25-AD6F-E0D9-A3AC-EAC9FDF908C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68201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7028D4-2865-4ECD-A9C3-78F7F80ED42C}" type="slidenum">
              <a:rPr lang="en-US" smtClean="0"/>
              <a:t>22</a:t>
            </a:fld>
            <a:endParaRPr lang="en-US"/>
          </a:p>
        </p:txBody>
      </p:sp>
      <p:sp>
        <p:nvSpPr>
          <p:cNvPr id="5" name="Footer Placeholder 4">
            <a:extLst>
              <a:ext uri="{FF2B5EF4-FFF2-40B4-BE49-F238E27FC236}">
                <a16:creationId xmlns="" xmlns:a16="http://schemas.microsoft.com/office/drawing/2014/main" id="{5D4B3383-F9C7-4D9F-5C68-9935365BB3B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90391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7028D4-2865-4ECD-A9C3-78F7F80ED42C}" type="slidenum">
              <a:rPr lang="en-US" smtClean="0"/>
              <a:t>24</a:t>
            </a:fld>
            <a:endParaRPr lang="en-US"/>
          </a:p>
        </p:txBody>
      </p:sp>
      <p:sp>
        <p:nvSpPr>
          <p:cNvPr id="5" name="Footer Placeholder 4">
            <a:extLst>
              <a:ext uri="{FF2B5EF4-FFF2-40B4-BE49-F238E27FC236}">
                <a16:creationId xmlns="" xmlns:a16="http://schemas.microsoft.com/office/drawing/2014/main" id="{689F6477-395C-6D29-4D93-EB5CE2F4E77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252637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Transmission Control Protocol (TCP) is a communications standard that enables application programs and computing devices to exchange messages over a network.</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TCP is in charge of setting up a reliable connection between two machines and HTTP uses this connection to transfer data between the server and the client.</a:t>
            </a:r>
            <a:endParaRPr lang="en-US" dirty="0"/>
          </a:p>
        </p:txBody>
      </p:sp>
      <p:sp>
        <p:nvSpPr>
          <p:cNvPr id="4" name="Slide Number Placeholder 3"/>
          <p:cNvSpPr>
            <a:spLocks noGrp="1"/>
          </p:cNvSpPr>
          <p:nvPr>
            <p:ph type="sldNum" sz="quarter" idx="10"/>
          </p:nvPr>
        </p:nvSpPr>
        <p:spPr/>
        <p:txBody>
          <a:bodyPr/>
          <a:lstStyle/>
          <a:p>
            <a:fld id="{C57028D4-2865-4ECD-A9C3-78F7F80ED42C}" type="slidenum">
              <a:rPr lang="en-US" smtClean="0"/>
              <a:t>38</a:t>
            </a:fld>
            <a:endParaRPr lang="en-US"/>
          </a:p>
        </p:txBody>
      </p:sp>
      <p:sp>
        <p:nvSpPr>
          <p:cNvPr id="5" name="Footer Placeholder 4">
            <a:extLst>
              <a:ext uri="{FF2B5EF4-FFF2-40B4-BE49-F238E27FC236}">
                <a16:creationId xmlns="" xmlns:a16="http://schemas.microsoft.com/office/drawing/2014/main" id="{23EDA448-DFE1-85AE-B890-2645833C680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8487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7A3706-F2C7-4790-9239-469E2FD2F737}"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r>
              <a:rPr lang="en-US" dirty="0" smtClean="0">
                <a:solidFill>
                  <a:prstClr val="black">
                    <a:tint val="75000"/>
                  </a:prstClr>
                </a:solidFill>
              </a:rPr>
              <a:t>Web Technologies</a:t>
            </a:r>
            <a:endParaRPr lang="en-US" dirty="0">
              <a:solidFill>
                <a:prstClr val="black">
                  <a:tint val="75000"/>
                </a:prstClr>
              </a:solidFill>
            </a:endParaRPr>
          </a:p>
        </p:txBody>
      </p:sp>
      <p:sp>
        <p:nvSpPr>
          <p:cNvPr id="9" name="Freeform 8"/>
          <p:cNvSpPr/>
          <p:nvPr/>
        </p:nvSpPr>
        <p:spPr bwMode="auto">
          <a:xfrm>
            <a:off x="-42292" y="4321159"/>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64445" y="4529542"/>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78813945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22CB5D-3F53-4F63-9353-5B833E930A5D}"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EA01E00C-350D-493E-B140-69306DC35D1C}" type="slidenum">
              <a:rPr lang="en-US" smtClean="0"/>
              <a:pPr/>
              <a:t>‹#›</a:t>
            </a:fld>
            <a:endParaRPr lang="en-US"/>
          </a:p>
        </p:txBody>
      </p:sp>
    </p:spTree>
    <p:extLst>
      <p:ext uri="{BB962C8B-B14F-4D97-AF65-F5344CB8AC3E}">
        <p14:creationId xmlns:p14="http://schemas.microsoft.com/office/powerpoint/2010/main" val="3125573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1B8E78-1EA3-409A-A0CE-E294AC37B462}"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r>
              <a:rPr lang="en-US" dirty="0" smtClean="0">
                <a:solidFill>
                  <a:prstClr val="black">
                    <a:tint val="75000"/>
                  </a:prstClr>
                </a:solidFill>
              </a:rPr>
              <a:t>Web Technologies</a:t>
            </a:r>
            <a:endParaRPr lang="en-US" dirty="0">
              <a:solidFill>
                <a:prstClr val="black">
                  <a:tint val="75000"/>
                </a:prstClr>
              </a:solidFill>
            </a:endParaRPr>
          </a:p>
        </p:txBody>
      </p:sp>
      <p:sp>
        <p:nvSpPr>
          <p:cNvPr id="11"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0629390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3DFA53-0100-4A74-82A9-E034BCFAE0DB}"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9"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4"/>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4154880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FB739F-AC04-4496-893B-89FF9251E6E5}" type="datetime1">
              <a:rPr lang="en-US" smtClean="0">
                <a:solidFill>
                  <a:prstClr val="black">
                    <a:tint val="75000"/>
                  </a:prstClr>
                </a:solidFill>
              </a:rPr>
              <a:t>9/11/2026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1"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4"/>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48392520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AD1C68-76EC-4C5A-9BE8-DD454501F221}" type="datetime1">
              <a:rPr lang="en-US" smtClean="0">
                <a:solidFill>
                  <a:prstClr val="black">
                    <a:tint val="75000"/>
                  </a:prstClr>
                </a:solidFill>
              </a:rPr>
              <a:t>9/11/2026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8"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253769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C2105E-EB70-4910-99AD-2CBA68891FCF}" type="datetime1">
              <a:rPr lang="en-US" smtClean="0">
                <a:solidFill>
                  <a:prstClr val="black">
                    <a:tint val="75000"/>
                  </a:prstClr>
                </a:solidFill>
              </a:rPr>
              <a:t>9/11/2026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6"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91052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DC33BCA-AB28-4EE9-9953-C80161318794}"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025449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E8CE3E9-9DD4-47EE-9D19-255FCFF80621}"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03034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9770D4D-F5A5-4457-A8F3-6C11CE5C0367}"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15736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F029252-D560-4839-901B-6E3766E9C548}"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9"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
        <p:nvSpPr>
          <p:cNvPr id="14" name="TextBox 13"/>
          <p:cNvSpPr txBox="1"/>
          <p:nvPr/>
        </p:nvSpPr>
        <p:spPr>
          <a:xfrm>
            <a:off x="2411089" y="648005"/>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0892711" y="2905306"/>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797743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BF7EA76-296B-4E81-9C53-56DE0DEF5C56}"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1"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216446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BB8E926-B199-44B9-8637-9CEEBA2BDD33}"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2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
        <p:nvSpPr>
          <p:cNvPr id="11" name="TextBox 10"/>
          <p:cNvSpPr txBox="1"/>
          <p:nvPr/>
        </p:nvSpPr>
        <p:spPr>
          <a:xfrm>
            <a:off x="2411089" y="648005"/>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2" name="TextBox 11"/>
          <p:cNvSpPr txBox="1"/>
          <p:nvPr/>
        </p:nvSpPr>
        <p:spPr>
          <a:xfrm>
            <a:off x="10892711" y="2905306"/>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11791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1709C19-EA21-4EE2-BD2A-EFE42336136D}" type="datetime1">
              <a:rPr lang="en-US" smtClean="0">
                <a:solidFill>
                  <a:prstClr val="black">
                    <a:tint val="75000"/>
                  </a:prstClr>
                </a:solidFill>
              </a:rPr>
              <a:t>9/11/2026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420527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D83E4A-A3DC-4F79-B637-2A7B43F4EF49}"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846455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21D74B-5D70-402C-BCC5-2822D632C8E3}"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084030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609600" y="1524000"/>
            <a:ext cx="10972800" cy="1524000"/>
          </a:xfrm>
          <a:prstGeom prst="rect">
            <a:avLst/>
          </a:prstGeom>
        </p:spPr>
        <p:txBody>
          <a:bodyPr tIns="0" bIns="0" anchor="b" anchorCtr="0"/>
          <a:lstStyle>
            <a:lvl1pPr algn="r">
              <a:lnSpc>
                <a:spcPts val="56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a:t>Presentation Title</a:t>
            </a:r>
          </a:p>
        </p:txBody>
      </p:sp>
      <p:sp>
        <p:nvSpPr>
          <p:cNvPr id="7" name="Subtitle 16"/>
          <p:cNvSpPr>
            <a:spLocks noGrp="1"/>
          </p:cNvSpPr>
          <p:nvPr>
            <p:ph type="subTitle" idx="1" hasCustomPrompt="1"/>
          </p:nvPr>
        </p:nvSpPr>
        <p:spPr>
          <a:xfrm>
            <a:off x="609600" y="3240880"/>
            <a:ext cx="109728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Presentation Subtitle</a:t>
            </a:r>
          </a:p>
        </p:txBody>
      </p:sp>
      <p:sp>
        <p:nvSpPr>
          <p:cNvPr id="5" name="Picture Placeholder 4"/>
          <p:cNvSpPr>
            <a:spLocks noGrp="1"/>
          </p:cNvSpPr>
          <p:nvPr>
            <p:ph type="pic" sz="quarter" idx="16" hasCustomPrompt="1"/>
          </p:nvPr>
        </p:nvSpPr>
        <p:spPr>
          <a:xfrm>
            <a:off x="5689600" y="4572000"/>
            <a:ext cx="5892800" cy="1905000"/>
          </a:xfrm>
          <a:prstGeom prst="rect">
            <a:avLst/>
          </a:prstGeom>
        </p:spPr>
        <p:txBody>
          <a:bodyPr/>
          <a:lstStyle>
            <a:lvl1pPr marL="0" indent="0">
              <a:buNone/>
              <a:defRPr/>
            </a:lvl1pPr>
          </a:lstStyle>
          <a:p>
            <a:r>
              <a:rPr lang="en-US" dirty="0"/>
              <a:t>Insert a Picture Here</a:t>
            </a:r>
          </a:p>
        </p:txBody>
      </p:sp>
      <p:sp>
        <p:nvSpPr>
          <p:cNvPr id="18" name="Text Placeholder 6"/>
          <p:cNvSpPr>
            <a:spLocks noGrp="1"/>
          </p:cNvSpPr>
          <p:nvPr>
            <p:ph type="body" sz="quarter" idx="10" hasCustomPrompt="1"/>
          </p:nvPr>
        </p:nvSpPr>
        <p:spPr>
          <a:xfrm>
            <a:off x="609599" y="5496290"/>
            <a:ext cx="5320684" cy="400110"/>
          </a:xfrm>
          <a:prstGeom prst="rect">
            <a:avLst/>
          </a:prstGeom>
          <a:noFill/>
        </p:spPr>
        <p:txBody>
          <a:bodyPr wrap="square" rtlCol="0">
            <a:spAutoFit/>
          </a:bodyPr>
          <a:lstStyle>
            <a:lvl1pPr marL="319088" indent="-319088">
              <a:buNone/>
              <a:defRPr lang="en-US" sz="2000" dirty="0">
                <a:solidFill>
                  <a:schemeClr val="tx2">
                    <a:lumMod val="20000"/>
                    <a:lumOff val="80000"/>
                  </a:schemeClr>
                </a:solidFill>
                <a:latin typeface="Corbel" pitchFamily="34" charset="0"/>
              </a:defRPr>
            </a:lvl1pPr>
          </a:lstStyle>
          <a:p>
            <a:pPr marL="0" lvl="0" indent="0" eaLnBrk="1" hangingPunct="1">
              <a:spcBef>
                <a:spcPct val="0"/>
              </a:spcBef>
            </a:pPr>
            <a:r>
              <a:rPr lang="en-US" sz="2000" dirty="0">
                <a:solidFill>
                  <a:schemeClr val="tx2">
                    <a:lumMod val="20000"/>
                    <a:lumOff val="80000"/>
                  </a:schemeClr>
                </a:solidFill>
              </a:rPr>
              <a:t>Learning &amp; Development</a:t>
            </a:r>
          </a:p>
        </p:txBody>
      </p:sp>
      <p:sp>
        <p:nvSpPr>
          <p:cNvPr id="19" name="Text Placeholder 7"/>
          <p:cNvSpPr>
            <a:spLocks noGrp="1"/>
          </p:cNvSpPr>
          <p:nvPr>
            <p:ph type="body" sz="quarter" idx="11" hasCustomPrompt="1"/>
          </p:nvPr>
        </p:nvSpPr>
        <p:spPr>
          <a:xfrm>
            <a:off x="609599" y="5801090"/>
            <a:ext cx="5320684" cy="369332"/>
          </a:xfrm>
          <a:prstGeom prst="rect">
            <a:avLst/>
          </a:prstGeom>
          <a:noFill/>
        </p:spPr>
        <p:txBody>
          <a:bodyPr wrap="square" rtlCol="0">
            <a:spAutoFit/>
          </a:bodyPr>
          <a:lstStyle>
            <a:lvl1pPr marL="319088" indent="-319088">
              <a:buNone/>
              <a:defRPr lang="en-US" sz="1800" dirty="0">
                <a:solidFill>
                  <a:schemeClr val="tx2">
                    <a:lumMod val="20000"/>
                    <a:lumOff val="80000"/>
                  </a:schemeClr>
                </a:solidFill>
                <a:latin typeface="Corbel" pitchFamily="34" charset="0"/>
              </a:defRPr>
            </a:lvl1pPr>
          </a:lstStyle>
          <a:p>
            <a:pPr marL="0" lvl="0" indent="0" eaLnBrk="1" hangingPunct="1">
              <a:spcBef>
                <a:spcPct val="0"/>
              </a:spcBef>
            </a:pPr>
            <a:r>
              <a:rPr lang="en-US" sz="1800" dirty="0"/>
              <a:t>http://academy.telerik.com</a:t>
            </a:r>
          </a:p>
        </p:txBody>
      </p:sp>
      <p:sp>
        <p:nvSpPr>
          <p:cNvPr id="20" name="Text Placeholder 13"/>
          <p:cNvSpPr>
            <a:spLocks noGrp="1"/>
          </p:cNvSpPr>
          <p:nvPr>
            <p:ph type="body" sz="quarter" idx="12" hasCustomPrompt="1"/>
          </p:nvPr>
        </p:nvSpPr>
        <p:spPr>
          <a:xfrm>
            <a:off x="609599" y="5121650"/>
            <a:ext cx="5320684" cy="461665"/>
          </a:xfrm>
          <a:prstGeom prst="rect">
            <a:avLst/>
          </a:prstGeom>
          <a:noFill/>
        </p:spPr>
        <p:txBody>
          <a:bodyPr wrap="square" rtlCol="0">
            <a:spAutoFit/>
          </a:bodyPr>
          <a:lstStyle>
            <a:lvl1pPr marL="0" indent="0">
              <a:buNone/>
              <a:defRPr lang="en-US" sz="2400" dirty="0">
                <a:solidFill>
                  <a:schemeClr val="tx2">
                    <a:lumMod val="50000"/>
                  </a:schemeClr>
                </a:solidFill>
                <a:latin typeface="Corbel" pitchFamily="34" charset="0"/>
              </a:defRPr>
            </a:lvl1pPr>
          </a:lstStyle>
          <a:p>
            <a:pPr lvl="0" eaLnBrk="1" hangingPunct="1">
              <a:spcBef>
                <a:spcPct val="0"/>
              </a:spcBef>
            </a:pPr>
            <a:r>
              <a:rPr lang="en-US" sz="2400" dirty="0">
                <a:solidFill>
                  <a:schemeClr val="tx2">
                    <a:lumMod val="50000"/>
                  </a:schemeClr>
                </a:solidFill>
                <a:latin typeface="Corbel" pitchFamily="34" charset="0"/>
              </a:rPr>
              <a:t>Telerik Software Academy</a:t>
            </a:r>
          </a:p>
        </p:txBody>
      </p:sp>
    </p:spTree>
    <p:extLst>
      <p:ext uri="{BB962C8B-B14F-4D97-AF65-F5344CB8AC3E}">
        <p14:creationId xmlns:p14="http://schemas.microsoft.com/office/powerpoint/2010/main" val="2740520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15217" y="71439"/>
            <a:ext cx="8737600" cy="909637"/>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318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092035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Questions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438400" y="152400"/>
            <a:ext cx="9448800" cy="8382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a:t>Presentation Title</a:t>
            </a:r>
          </a:p>
        </p:txBody>
      </p:sp>
      <p:sp>
        <p:nvSpPr>
          <p:cNvPr id="29" name="Text Placeholder 29"/>
          <p:cNvSpPr>
            <a:spLocks noGrp="1"/>
          </p:cNvSpPr>
          <p:nvPr>
            <p:ph type="body" sz="quarter" idx="10" hasCustomPrompt="1"/>
          </p:nvPr>
        </p:nvSpPr>
        <p:spPr>
          <a:xfrm>
            <a:off x="9605381" y="6400800"/>
            <a:ext cx="2428870" cy="369332"/>
          </a:xfrm>
          <a:prstGeom prst="rect">
            <a:avLst/>
          </a:prstGeom>
        </p:spPr>
        <p:txBody>
          <a:bodyPr wrap="none">
            <a:spAutoFit/>
          </a:bodyPr>
          <a:lstStyle>
            <a:lvl1pPr marL="0" indent="0" algn="r">
              <a:buNone/>
              <a:defRPr sz="1800"/>
            </a:lvl1pPr>
          </a:lstStyle>
          <a:p>
            <a:pPr lvl="0"/>
            <a:r>
              <a:rPr lang="en-US" dirty="0"/>
              <a:t>Course web site URL</a:t>
            </a:r>
          </a:p>
        </p:txBody>
      </p:sp>
    </p:spTree>
    <p:extLst>
      <p:ext uri="{BB962C8B-B14F-4D97-AF65-F5344CB8AC3E}">
        <p14:creationId xmlns:p14="http://schemas.microsoft.com/office/powerpoint/2010/main" val="1178795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8" y="2133600"/>
            <a:ext cx="8789313"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90"/>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C65561DD-CC80-484F-9BF1-455B6D26B882}" type="datetime1">
              <a:rPr lang="en-US" smtClean="0">
                <a:solidFill>
                  <a:prstClr val="black">
                    <a:tint val="75000"/>
                  </a:prstClr>
                </a:solidFill>
              </a:rPr>
              <a:t>9/11/2026</a:t>
            </a:fld>
            <a:endParaRPr lang="en-US" dirty="0">
              <a:solidFill>
                <a:prstClr val="black">
                  <a:tint val="75000"/>
                </a:prstClr>
              </a:solidFill>
            </a:endParaRPr>
          </a:p>
        </p:txBody>
      </p:sp>
      <p:sp>
        <p:nvSpPr>
          <p:cNvPr id="5" name="Footer Placeholder 4"/>
          <p:cNvSpPr>
            <a:spLocks noGrp="1"/>
          </p:cNvSpPr>
          <p:nvPr>
            <p:ph type="ftr" sz="quarter" idx="3"/>
          </p:nvPr>
        </p:nvSpPr>
        <p:spPr>
          <a:xfrm>
            <a:off x="2589887" y="6135810"/>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smtClean="0">
                <a:solidFill>
                  <a:prstClr val="black">
                    <a:tint val="75000"/>
                  </a:prstClr>
                </a:solidFill>
              </a:rPr>
              <a:t>Web Technologies</a:t>
            </a:r>
            <a:endParaRPr lang="en-US" dirty="0">
              <a:solidFill>
                <a:prstClr val="black">
                  <a:tint val="75000"/>
                </a:prstClr>
              </a:solidFill>
            </a:endParaRPr>
          </a:p>
        </p:txBody>
      </p:sp>
      <p:sp>
        <p:nvSpPr>
          <p:cNvPr id="6" name="Slide Number Placeholder 5"/>
          <p:cNvSpPr>
            <a:spLocks noGrp="1"/>
          </p:cNvSpPr>
          <p:nvPr>
            <p:ph type="sldNum" sz="quarter" idx="4"/>
          </p:nvPr>
        </p:nvSpPr>
        <p:spPr bwMode="gray">
          <a:xfrm>
            <a:off x="681637" y="787784"/>
            <a:ext cx="779971" cy="365125"/>
          </a:xfrm>
          <a:prstGeom prst="rect">
            <a:avLst/>
          </a:prstGeom>
        </p:spPr>
        <p:txBody>
          <a:bodyPr vert="horz" lIns="91440" tIns="45720" rIns="91440" bIns="45720" rtlCol="0" anchor="ctr"/>
          <a:lstStyle>
            <a:lvl1pPr algn="r">
              <a:defRPr sz="2000">
                <a:solidFill>
                  <a:srgbClr val="FEFFFF"/>
                </a:solidFill>
              </a:defRPr>
            </a:lvl1p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662500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computer-networks/tcp-ip-in-computer-network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cloudflare.com/learning/dns/glossary/what-is-my-ip-address/" TargetMode="External"/><Relationship Id="rId2" Type="http://schemas.openxmlformats.org/officeDocument/2006/relationships/hyperlink" Target="http://www.example.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en.wikipedia.org/wiki/Tablet_computer" TargetMode="External"/><Relationship Id="rId13" Type="http://schemas.openxmlformats.org/officeDocument/2006/relationships/image" Target="../media/image11.png"/><Relationship Id="rId3" Type="http://schemas.openxmlformats.org/officeDocument/2006/relationships/hyperlink" Target="https://en.wikipedia.org/wiki/Web_page" TargetMode="External"/><Relationship Id="rId7" Type="http://schemas.openxmlformats.org/officeDocument/2006/relationships/hyperlink" Target="https://en.wikipedia.org/wiki/Laptop" TargetMode="External"/><Relationship Id="rId12" Type="http://schemas.openxmlformats.org/officeDocument/2006/relationships/image" Target="../media/image10.jpeg"/><Relationship Id="rId2" Type="http://schemas.openxmlformats.org/officeDocument/2006/relationships/hyperlink" Target="https://en.wikipedia.org/wiki/User_(computing)" TargetMode="External"/><Relationship Id="rId1" Type="http://schemas.openxmlformats.org/officeDocument/2006/relationships/slideLayout" Target="../slideLayouts/slideLayout2.xml"/><Relationship Id="rId6" Type="http://schemas.openxmlformats.org/officeDocument/2006/relationships/hyperlink" Target="https://en.wikipedia.org/wiki/Desktop_computer" TargetMode="External"/><Relationship Id="rId11" Type="http://schemas.openxmlformats.org/officeDocument/2006/relationships/image" Target="../media/image9.png"/><Relationship Id="rId5" Type="http://schemas.openxmlformats.org/officeDocument/2006/relationships/hyperlink" Target="https://en.wikipedia.org/wiki/Web_server" TargetMode="External"/><Relationship Id="rId10" Type="http://schemas.openxmlformats.org/officeDocument/2006/relationships/image" Target="../media/image8.jpeg"/><Relationship Id="rId4" Type="http://schemas.openxmlformats.org/officeDocument/2006/relationships/hyperlink" Target="https://en.wikipedia.org/wiki/Computer_file" TargetMode="External"/><Relationship Id="rId9" Type="http://schemas.openxmlformats.org/officeDocument/2006/relationships/hyperlink" Target="https://en.wikipedia.org/wiki/Smartphon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example.com/page1"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example.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0" y="1853339"/>
            <a:ext cx="9144000" cy="2057400"/>
          </a:xfrm>
        </p:spPr>
        <p:txBody>
          <a:bodyPr anchor="ctr"/>
          <a:lstStyle/>
          <a:p>
            <a:pPr algn="ctr" eaLnBrk="1" hangingPunct="1"/>
            <a:r>
              <a:rPr lang="en-US" sz="6600" dirty="0"/>
              <a:t>Web Technologies</a:t>
            </a:r>
          </a:p>
        </p:txBody>
      </p:sp>
      <p:sp>
        <p:nvSpPr>
          <p:cNvPr id="3075" name="Rectangle 3"/>
          <p:cNvSpPr>
            <a:spLocks noGrp="1" noChangeArrowheads="1"/>
          </p:cNvSpPr>
          <p:nvPr>
            <p:ph type="subTitle" idx="1"/>
          </p:nvPr>
        </p:nvSpPr>
        <p:spPr>
          <a:xfrm>
            <a:off x="2895600" y="4263326"/>
            <a:ext cx="6400800" cy="1981200"/>
          </a:xfrm>
        </p:spPr>
        <p:txBody>
          <a:bodyPr>
            <a:normAutofit/>
          </a:bodyPr>
          <a:lstStyle/>
          <a:p>
            <a:pPr eaLnBrk="1" hangingPunct="1">
              <a:lnSpc>
                <a:spcPct val="80000"/>
              </a:lnSpc>
            </a:pPr>
            <a:r>
              <a:rPr lang="en-US" sz="2000" dirty="0" err="1" smtClean="0">
                <a:solidFill>
                  <a:schemeClr val="tx1"/>
                </a:solidFill>
              </a:rPr>
              <a:t>Irshad</a:t>
            </a:r>
            <a:r>
              <a:rPr lang="en-US" sz="2000" dirty="0" smtClean="0">
                <a:solidFill>
                  <a:schemeClr val="tx1"/>
                </a:solidFill>
              </a:rPr>
              <a:t> </a:t>
            </a:r>
            <a:r>
              <a:rPr lang="en-US" sz="2000" dirty="0" err="1" smtClean="0">
                <a:solidFill>
                  <a:schemeClr val="tx1"/>
                </a:solidFill>
              </a:rPr>
              <a:t>Ullah</a:t>
            </a:r>
            <a:endParaRPr lang="en-US" sz="2000" dirty="0">
              <a:solidFill>
                <a:schemeClr val="tx1"/>
              </a:solidFill>
            </a:endParaRPr>
          </a:p>
          <a:p>
            <a:pPr>
              <a:lnSpc>
                <a:spcPct val="80000"/>
              </a:lnSpc>
            </a:pPr>
            <a:r>
              <a:rPr lang="en-US" dirty="0"/>
              <a:t>Department of Computer Science</a:t>
            </a:r>
          </a:p>
          <a:p>
            <a:pPr>
              <a:lnSpc>
                <a:spcPct val="80000"/>
              </a:lnSpc>
            </a:pPr>
            <a:r>
              <a:rPr lang="en-US" dirty="0"/>
              <a:t>COMSATS University Islamabad, </a:t>
            </a:r>
            <a:r>
              <a:rPr lang="en-US" dirty="0" err="1"/>
              <a:t>Attock</a:t>
            </a:r>
            <a:r>
              <a:rPr lang="en-US" dirty="0"/>
              <a:t> Campus</a:t>
            </a:r>
            <a:endParaRPr lang="en-US" cap="none" dirty="0">
              <a:solidFill>
                <a:schemeClr val="tx1"/>
              </a:solidFill>
            </a:endParaRPr>
          </a:p>
          <a:p>
            <a:pPr eaLnBrk="1" hangingPunct="1">
              <a:lnSpc>
                <a:spcPct val="80000"/>
              </a:lnSpc>
            </a:pPr>
            <a:endParaRPr lang="en-US" sz="4000" dirty="0"/>
          </a:p>
          <a:p>
            <a:pPr eaLnBrk="1" hangingPunct="1">
              <a:lnSpc>
                <a:spcPct val="80000"/>
              </a:lnSpc>
            </a:pPr>
            <a:endParaRPr lang="en-US" sz="4000" dirty="0"/>
          </a:p>
        </p:txBody>
      </p:sp>
      <p:sp>
        <p:nvSpPr>
          <p:cNvPr id="2" name="Footer Placeholder 1"/>
          <p:cNvSpPr>
            <a:spLocks noGrp="1"/>
          </p:cNvSpPr>
          <p:nvPr>
            <p:ph type="ftr" sz="quarter" idx="11"/>
          </p:nvPr>
        </p:nvSpPr>
        <p:spPr>
          <a:xfrm>
            <a:off x="2589887" y="6492875"/>
            <a:ext cx="7621984" cy="365125"/>
          </a:xfrm>
        </p:spPr>
        <p:txBody>
          <a:bodyPr/>
          <a:lstStyle/>
          <a:p>
            <a:pPr algn="ctr"/>
            <a:r>
              <a:rPr lang="en-US" dirty="0" smtClean="0">
                <a:solidFill>
                  <a:prstClr val="black">
                    <a:tint val="75000"/>
                  </a:prstClr>
                </a:solidFill>
                <a:latin typeface="Century Gothic" panose="020B0502020202020204"/>
              </a:rPr>
              <a:t>Web Technologies</a:t>
            </a:r>
          </a:p>
        </p:txBody>
      </p:sp>
      <p:sp>
        <p:nvSpPr>
          <p:cNvPr id="3" name="Slide Number Placeholder 2">
            <a:extLst>
              <a:ext uri="{FF2B5EF4-FFF2-40B4-BE49-F238E27FC236}">
                <a16:creationId xmlns="" xmlns:a16="http://schemas.microsoft.com/office/drawing/2014/main" id="{C0CB042F-078C-4FA2-B8ED-7FF980739138}"/>
              </a:ext>
            </a:extLst>
          </p:cNvPr>
          <p:cNvSpPr>
            <a:spLocks noGrp="1"/>
          </p:cNvSpPr>
          <p:nvPr>
            <p:ph type="sldNum" sz="quarter" idx="12"/>
          </p:nvPr>
        </p:nvSpPr>
        <p:spPr/>
        <p:txBody>
          <a:bodyPr/>
          <a:lstStyle/>
          <a:p>
            <a:fld id="{D57F1E4F-1CFF-5643-939E-02111984F565}" type="slidenum">
              <a:rPr lang="en-US" smtClean="0"/>
              <a:pPr/>
              <a:t>1</a:t>
            </a:fld>
            <a:endParaRPr lang="en-US" dirty="0"/>
          </a:p>
        </p:txBody>
      </p:sp>
    </p:spTree>
    <p:extLst>
      <p:ext uri="{BB962C8B-B14F-4D97-AF65-F5344CB8AC3E}">
        <p14:creationId xmlns:p14="http://schemas.microsoft.com/office/powerpoint/2010/main" val="1143531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2945106" y="2197768"/>
            <a:ext cx="8800601" cy="3512348"/>
          </a:xfrm>
        </p:spPr>
        <p:txBody>
          <a:bodyPr>
            <a:noAutofit/>
          </a:bodyPr>
          <a:lstStyle/>
          <a:p>
            <a:r>
              <a:rPr lang="en-US" sz="2400" b="1" dirty="0"/>
              <a:t>Introduction to Web Development: </a:t>
            </a:r>
            <a:br>
              <a:rPr lang="en-US" sz="2400" b="1" dirty="0"/>
            </a:br>
            <a:r>
              <a:rPr lang="en-US" sz="2400" dirty="0"/>
              <a:t>Internet vs. Web; client-server request-response model</a:t>
            </a:r>
            <a:br>
              <a:rPr lang="en-US" sz="2400" dirty="0"/>
            </a:br>
            <a:r>
              <a:rPr lang="en-US" sz="2400" dirty="0"/>
              <a:t>Core terminology: URL/URI, HTTP/HTTPS, DNS, hosting, web server and browser</a:t>
            </a:r>
            <a:br>
              <a:rPr lang="en-US" sz="2400" dirty="0"/>
            </a:br>
            <a:r>
              <a:rPr lang="en-US" sz="2400" dirty="0"/>
              <a:t>Web standards and bodies (W3C, WHATWG, ECMA, IETF); application types: static, dynamic, MPA, SPA, PWA</a:t>
            </a:r>
            <a:br>
              <a:rPr lang="en-US" sz="2400" dirty="0"/>
            </a:br>
            <a:r>
              <a:rPr lang="en-US" sz="2400" dirty="0"/>
              <a:t>Tiered Web Architecture: one-tier, 2-tier and 3-tier, N-tier</a:t>
            </a:r>
          </a:p>
        </p:txBody>
      </p:sp>
      <p:sp>
        <p:nvSpPr>
          <p:cNvPr id="3" name="Footer Placeholder 2">
            <a:extLst>
              <a:ext uri="{FF2B5EF4-FFF2-40B4-BE49-F238E27FC236}">
                <a16:creationId xmlns="" xmlns:a16="http://schemas.microsoft.com/office/drawing/2014/main" id="{F1511608-C790-9073-622A-E33924236C90}"/>
              </a:ext>
            </a:extLst>
          </p:cNvPr>
          <p:cNvSpPr>
            <a:spLocks noGrp="1"/>
          </p:cNvSpPr>
          <p:nvPr>
            <p:ph type="ftr" sz="quarter" idx="11"/>
          </p:nvPr>
        </p:nvSpPr>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4" name="Slide Number Placeholder 3">
            <a:extLst>
              <a:ext uri="{FF2B5EF4-FFF2-40B4-BE49-F238E27FC236}">
                <a16:creationId xmlns="" xmlns:a16="http://schemas.microsoft.com/office/drawing/2014/main" id="{B8F37C72-15B4-21BB-1E33-AE3913663375}"/>
              </a:ext>
            </a:extLst>
          </p:cNvPr>
          <p:cNvSpPr>
            <a:spLocks noGrp="1"/>
          </p:cNvSpPr>
          <p:nvPr>
            <p:ph type="sldNum" sz="quarter" idx="12"/>
          </p:nvPr>
        </p:nvSpPr>
        <p:spPr/>
        <p:txBody>
          <a:bodyPr/>
          <a:lstStyle/>
          <a:p>
            <a:fld id="{D57F1E4F-1CFF-5643-939E-02111984F565}" type="slidenum">
              <a:rPr lang="en-US" smtClean="0"/>
              <a:pPr/>
              <a:t>2</a:t>
            </a:fld>
            <a:endParaRPr lang="en-US" dirty="0"/>
          </a:p>
        </p:txBody>
      </p:sp>
    </p:spTree>
    <p:extLst>
      <p:ext uri="{BB962C8B-B14F-4D97-AF65-F5344CB8AC3E}">
        <p14:creationId xmlns:p14="http://schemas.microsoft.com/office/powerpoint/2010/main" val="55325487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29B230-FA4A-6E6E-E309-8BF8581DA225}"/>
              </a:ext>
            </a:extLst>
          </p:cNvPr>
          <p:cNvSpPr>
            <a:spLocks noGrp="1"/>
          </p:cNvSpPr>
          <p:nvPr>
            <p:ph type="title"/>
          </p:nvPr>
        </p:nvSpPr>
        <p:spPr/>
        <p:txBody>
          <a:bodyPr/>
          <a:lstStyle/>
          <a:p>
            <a:r>
              <a:rPr lang="en-US" dirty="0"/>
              <a:t>Internet Vs. Web</a:t>
            </a:r>
          </a:p>
        </p:txBody>
      </p:sp>
      <p:sp>
        <p:nvSpPr>
          <p:cNvPr id="3" name="Content Placeholder 2">
            <a:extLst>
              <a:ext uri="{FF2B5EF4-FFF2-40B4-BE49-F238E27FC236}">
                <a16:creationId xmlns="" xmlns:a16="http://schemas.microsoft.com/office/drawing/2014/main" id="{376A036D-FFE2-6EE8-72CC-EC37EBFF9401}"/>
              </a:ext>
            </a:extLst>
          </p:cNvPr>
          <p:cNvSpPr>
            <a:spLocks noGrp="1"/>
          </p:cNvSpPr>
          <p:nvPr>
            <p:ph idx="1"/>
          </p:nvPr>
        </p:nvSpPr>
        <p:spPr>
          <a:xfrm>
            <a:off x="2589889" y="2133600"/>
            <a:ext cx="6202420" cy="3777622"/>
          </a:xfrm>
        </p:spPr>
        <p:txBody>
          <a:bodyPr/>
          <a:lstStyle/>
          <a:p>
            <a:r>
              <a:rPr lang="en-US" dirty="0"/>
              <a:t>Internet </a:t>
            </a:r>
          </a:p>
          <a:p>
            <a:pPr lvl="1"/>
            <a:r>
              <a:rPr lang="en-US" dirty="0"/>
              <a:t>A global system of interconnected computer networks that use </a:t>
            </a:r>
            <a:r>
              <a:rPr lang="en-US" b="1" u="sng" dirty="0">
                <a:hlinkClick r:id="rId3"/>
              </a:rPr>
              <a:t>TCP/IP protocol</a:t>
            </a:r>
            <a:r>
              <a:rPr lang="en-US" dirty="0"/>
              <a:t> to link devices worldwide.</a:t>
            </a:r>
          </a:p>
          <a:p>
            <a:pPr lvl="1"/>
            <a:endParaRPr lang="en-US" dirty="0"/>
          </a:p>
          <a:p>
            <a:pPr marL="457200" lvl="1" indent="0">
              <a:buNone/>
            </a:pPr>
            <a:endParaRPr lang="en-US" dirty="0"/>
          </a:p>
          <a:p>
            <a:r>
              <a:rPr lang="en-US" dirty="0"/>
              <a:t>World Wide Web (Web)</a:t>
            </a:r>
          </a:p>
          <a:p>
            <a:pPr lvl="1"/>
            <a:r>
              <a:rPr lang="en-US" dirty="0"/>
              <a:t>is a collection of information that is accessed via </a:t>
            </a:r>
            <a:r>
              <a:rPr lang="en-US" i="1" dirty="0"/>
              <a:t>the Internet</a:t>
            </a:r>
            <a:r>
              <a:rPr lang="en-US" dirty="0"/>
              <a:t>.</a:t>
            </a:r>
          </a:p>
        </p:txBody>
      </p:sp>
      <p:sp>
        <p:nvSpPr>
          <p:cNvPr id="4" name="Footer Placeholder 3">
            <a:extLst>
              <a:ext uri="{FF2B5EF4-FFF2-40B4-BE49-F238E27FC236}">
                <a16:creationId xmlns="" xmlns:a16="http://schemas.microsoft.com/office/drawing/2014/main" id="{9BCFCBF7-B49C-BBDC-EF59-EB32C3054E03}"/>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pic>
        <p:nvPicPr>
          <p:cNvPr id="5" name="Picture 4" descr="internt">
            <a:extLst>
              <a:ext uri="{FF2B5EF4-FFF2-40B4-BE49-F238E27FC236}">
                <a16:creationId xmlns="" xmlns:a16="http://schemas.microsoft.com/office/drawing/2014/main" id="{83BEEBEB-AB5C-DF4D-B3B4-517A9C15F05F}"/>
              </a:ext>
            </a:extLst>
          </p:cNvPr>
          <p:cNvPicPr>
            <a:picLocks noChangeAspect="1"/>
          </p:cNvPicPr>
          <p:nvPr/>
        </p:nvPicPr>
        <p:blipFill>
          <a:blip r:embed="rId4"/>
          <a:stretch>
            <a:fillRect/>
          </a:stretch>
        </p:blipFill>
        <p:spPr>
          <a:xfrm>
            <a:off x="8966533" y="1967016"/>
            <a:ext cx="2857500" cy="1943101"/>
          </a:xfrm>
          <a:prstGeom prst="rect">
            <a:avLst/>
          </a:prstGeom>
        </p:spPr>
      </p:pic>
      <p:pic>
        <p:nvPicPr>
          <p:cNvPr id="6" name="Picture 5" descr="web">
            <a:extLst>
              <a:ext uri="{FF2B5EF4-FFF2-40B4-BE49-F238E27FC236}">
                <a16:creationId xmlns="" xmlns:a16="http://schemas.microsoft.com/office/drawing/2014/main" id="{8FF9B8C7-557F-4058-7095-FDA4BADDBE0A}"/>
              </a:ext>
            </a:extLst>
          </p:cNvPr>
          <p:cNvPicPr>
            <a:picLocks noChangeAspect="1"/>
          </p:cNvPicPr>
          <p:nvPr/>
        </p:nvPicPr>
        <p:blipFill>
          <a:blip r:embed="rId5"/>
          <a:stretch>
            <a:fillRect/>
          </a:stretch>
        </p:blipFill>
        <p:spPr>
          <a:xfrm>
            <a:off x="8966533" y="4022411"/>
            <a:ext cx="2857500" cy="2038350"/>
          </a:xfrm>
          <a:prstGeom prst="rect">
            <a:avLst/>
          </a:prstGeom>
        </p:spPr>
      </p:pic>
      <p:sp>
        <p:nvSpPr>
          <p:cNvPr id="7" name="Slide Number Placeholder 6">
            <a:extLst>
              <a:ext uri="{FF2B5EF4-FFF2-40B4-BE49-F238E27FC236}">
                <a16:creationId xmlns="" xmlns:a16="http://schemas.microsoft.com/office/drawing/2014/main" id="{8A2EBF30-A7E6-AAA7-B5FA-F8813BFDDAA3}"/>
              </a:ext>
            </a:extLst>
          </p:cNvPr>
          <p:cNvSpPr>
            <a:spLocks noGrp="1"/>
          </p:cNvSpPr>
          <p:nvPr>
            <p:ph type="sldNum" sz="quarter" idx="12"/>
          </p:nvPr>
        </p:nvSpPr>
        <p:spPr/>
        <p:txBody>
          <a:bodyPr/>
          <a:lstStyle/>
          <a:p>
            <a:fld id="{EA01E00C-350D-493E-B140-69306DC35D1C}" type="slidenum">
              <a:rPr lang="en-US" smtClean="0"/>
              <a:pPr/>
              <a:t>3</a:t>
            </a:fld>
            <a:endParaRPr lang="en-US"/>
          </a:p>
        </p:txBody>
      </p:sp>
    </p:spTree>
    <p:extLst>
      <p:ext uri="{BB962C8B-B14F-4D97-AF65-F5344CB8AC3E}">
        <p14:creationId xmlns:p14="http://schemas.microsoft.com/office/powerpoint/2010/main" val="1848147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E83F57-6015-C25F-C946-544E42BA02F4}"/>
              </a:ext>
            </a:extLst>
          </p:cNvPr>
          <p:cNvSpPr>
            <a:spLocks noGrp="1"/>
          </p:cNvSpPr>
          <p:nvPr>
            <p:ph type="title"/>
          </p:nvPr>
        </p:nvSpPr>
        <p:spPr/>
        <p:txBody>
          <a:bodyPr/>
          <a:lstStyle/>
          <a:p>
            <a:r>
              <a:rPr lang="en-US" dirty="0"/>
              <a:t>Client-Server Request-Response Model</a:t>
            </a:r>
          </a:p>
        </p:txBody>
      </p:sp>
      <p:sp>
        <p:nvSpPr>
          <p:cNvPr id="3" name="Content Placeholder 2">
            <a:extLst>
              <a:ext uri="{FF2B5EF4-FFF2-40B4-BE49-F238E27FC236}">
                <a16:creationId xmlns="" xmlns:a16="http://schemas.microsoft.com/office/drawing/2014/main" id="{2A5BA9BF-5F01-4AF3-841D-433F3BD9926C}"/>
              </a:ext>
            </a:extLst>
          </p:cNvPr>
          <p:cNvSpPr>
            <a:spLocks noGrp="1"/>
          </p:cNvSpPr>
          <p:nvPr>
            <p:ph idx="1"/>
          </p:nvPr>
        </p:nvSpPr>
        <p:spPr/>
        <p:txBody>
          <a:bodyPr/>
          <a:lstStyle/>
          <a:p>
            <a:pPr fontAlgn="base"/>
            <a:r>
              <a:rPr lang="en-US" dirty="0"/>
              <a:t>The Client-Server Model is a network architecture in which clients send requests for resources or services, and servers process these requests, returning the required responses.</a:t>
            </a:r>
          </a:p>
          <a:p>
            <a:pPr lvl="0" fontAlgn="base"/>
            <a:r>
              <a:rPr lang="en-US" b="1" dirty="0"/>
              <a:t>Client:</a:t>
            </a:r>
            <a:r>
              <a:rPr lang="en-US" dirty="0"/>
              <a:t> A device or program that requests data or services (e.g., a web browser).</a:t>
            </a:r>
          </a:p>
          <a:p>
            <a:pPr lvl="0" fontAlgn="base"/>
            <a:r>
              <a:rPr lang="en-US" b="1" dirty="0"/>
              <a:t>Server:</a:t>
            </a:r>
            <a:r>
              <a:rPr lang="en-US" dirty="0"/>
              <a:t> A system that stores resources, manages data, and responds to client requests.</a:t>
            </a:r>
          </a:p>
          <a:p>
            <a:pPr lvl="0" fontAlgn="base"/>
            <a:r>
              <a:rPr lang="en-US" b="1" dirty="0"/>
              <a:t>Request–response mechanism:</a:t>
            </a:r>
            <a:r>
              <a:rPr lang="en-US" dirty="0"/>
              <a:t> Communication follows a structured cycle: the client requests, the server responds.</a:t>
            </a:r>
          </a:p>
          <a:p>
            <a:pPr lvl="0" fontAlgn="base"/>
            <a:r>
              <a:rPr lang="en-US" b="1" dirty="0"/>
              <a:t>Centralized management:</a:t>
            </a:r>
            <a:r>
              <a:rPr lang="en-US" dirty="0"/>
              <a:t> Data and services are controlled from servers, improving security and consistency.</a:t>
            </a:r>
          </a:p>
          <a:p>
            <a:endParaRPr lang="en-US" dirty="0"/>
          </a:p>
        </p:txBody>
      </p:sp>
      <p:sp>
        <p:nvSpPr>
          <p:cNvPr id="4" name="Footer Placeholder 3">
            <a:extLst>
              <a:ext uri="{FF2B5EF4-FFF2-40B4-BE49-F238E27FC236}">
                <a16:creationId xmlns="" xmlns:a16="http://schemas.microsoft.com/office/drawing/2014/main" id="{26C658D4-A857-750E-ABF7-EA909159751C}"/>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29960181-E771-A379-7963-CB65806FA44C}"/>
              </a:ext>
            </a:extLst>
          </p:cNvPr>
          <p:cNvSpPr>
            <a:spLocks noGrp="1"/>
          </p:cNvSpPr>
          <p:nvPr>
            <p:ph type="sldNum" sz="quarter" idx="12"/>
          </p:nvPr>
        </p:nvSpPr>
        <p:spPr/>
        <p:txBody>
          <a:bodyPr/>
          <a:lstStyle/>
          <a:p>
            <a:fld id="{EA01E00C-350D-493E-B140-69306DC35D1C}" type="slidenum">
              <a:rPr lang="en-US" smtClean="0"/>
              <a:pPr/>
              <a:t>4</a:t>
            </a:fld>
            <a:endParaRPr lang="en-US"/>
          </a:p>
        </p:txBody>
      </p:sp>
    </p:spTree>
    <p:extLst>
      <p:ext uri="{BB962C8B-B14F-4D97-AF65-F5344CB8AC3E}">
        <p14:creationId xmlns:p14="http://schemas.microsoft.com/office/powerpoint/2010/main" val="17009447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2582E5-B03B-1BD6-490C-57D64C0F4D0B}"/>
              </a:ext>
            </a:extLst>
          </p:cNvPr>
          <p:cNvSpPr>
            <a:spLocks noGrp="1"/>
          </p:cNvSpPr>
          <p:nvPr>
            <p:ph type="title"/>
          </p:nvPr>
        </p:nvSpPr>
        <p:spPr>
          <a:xfrm>
            <a:off x="1819469" y="624110"/>
            <a:ext cx="9815803" cy="1280890"/>
          </a:xfrm>
        </p:spPr>
        <p:txBody>
          <a:bodyPr/>
          <a:lstStyle/>
          <a:p>
            <a:r>
              <a:rPr lang="en-US" dirty="0"/>
              <a:t>Client-Server Request-Response Model </a:t>
            </a:r>
            <a:r>
              <a:rPr lang="en-US" sz="1800" dirty="0"/>
              <a:t>(cont.)</a:t>
            </a:r>
            <a:endParaRPr lang="en-US" dirty="0"/>
          </a:p>
        </p:txBody>
      </p:sp>
      <p:sp>
        <p:nvSpPr>
          <p:cNvPr id="3" name="Content Placeholder 2">
            <a:extLst>
              <a:ext uri="{FF2B5EF4-FFF2-40B4-BE49-F238E27FC236}">
                <a16:creationId xmlns="" xmlns:a16="http://schemas.microsoft.com/office/drawing/2014/main" id="{FFD6097E-CF7C-7813-DE6A-9C645DC6585A}"/>
              </a:ext>
            </a:extLst>
          </p:cNvPr>
          <p:cNvSpPr>
            <a:spLocks noGrp="1"/>
          </p:cNvSpPr>
          <p:nvPr>
            <p:ph idx="1"/>
          </p:nvPr>
        </p:nvSpPr>
        <p:spPr/>
        <p:txBody>
          <a:bodyPr/>
          <a:lstStyle/>
          <a:p>
            <a:r>
              <a:rPr lang="en-US" dirty="0"/>
              <a:t>The client-server model works on a request–response flow where a client requests a service/data and the server processes that request and returns a response.</a:t>
            </a:r>
          </a:p>
        </p:txBody>
      </p:sp>
      <p:sp>
        <p:nvSpPr>
          <p:cNvPr id="4" name="Footer Placeholder 3">
            <a:extLst>
              <a:ext uri="{FF2B5EF4-FFF2-40B4-BE49-F238E27FC236}">
                <a16:creationId xmlns="" xmlns:a16="http://schemas.microsoft.com/office/drawing/2014/main" id="{F532C738-9AD3-CF8D-6C4F-C0FFDFA6F456}"/>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pic>
        <p:nvPicPr>
          <p:cNvPr id="6" name="Picture 5">
            <a:extLst>
              <a:ext uri="{FF2B5EF4-FFF2-40B4-BE49-F238E27FC236}">
                <a16:creationId xmlns="" xmlns:a16="http://schemas.microsoft.com/office/drawing/2014/main" id="{55D19BC4-00D0-2053-94C8-E7849B977F68}"/>
              </a:ext>
            </a:extLst>
          </p:cNvPr>
          <p:cNvPicPr>
            <a:picLocks noChangeAspect="1"/>
          </p:cNvPicPr>
          <p:nvPr/>
        </p:nvPicPr>
        <p:blipFill>
          <a:blip r:embed="rId2"/>
          <a:stretch>
            <a:fillRect/>
          </a:stretch>
        </p:blipFill>
        <p:spPr>
          <a:xfrm>
            <a:off x="3247053" y="3109254"/>
            <a:ext cx="5828523" cy="2914262"/>
          </a:xfrm>
          <a:prstGeom prst="rect">
            <a:avLst/>
          </a:prstGeom>
        </p:spPr>
      </p:pic>
      <p:sp>
        <p:nvSpPr>
          <p:cNvPr id="5" name="Slide Number Placeholder 4">
            <a:extLst>
              <a:ext uri="{FF2B5EF4-FFF2-40B4-BE49-F238E27FC236}">
                <a16:creationId xmlns="" xmlns:a16="http://schemas.microsoft.com/office/drawing/2014/main" id="{05F231C8-F1AF-82DE-3E5E-99B9A06B75AE}"/>
              </a:ext>
            </a:extLst>
          </p:cNvPr>
          <p:cNvSpPr>
            <a:spLocks noGrp="1"/>
          </p:cNvSpPr>
          <p:nvPr>
            <p:ph type="sldNum" sz="quarter" idx="12"/>
          </p:nvPr>
        </p:nvSpPr>
        <p:spPr/>
        <p:txBody>
          <a:bodyPr/>
          <a:lstStyle/>
          <a:p>
            <a:fld id="{EA01E00C-350D-493E-B140-69306DC35D1C}" type="slidenum">
              <a:rPr lang="en-US" smtClean="0"/>
              <a:pPr/>
              <a:t>5</a:t>
            </a:fld>
            <a:endParaRPr lang="en-US"/>
          </a:p>
        </p:txBody>
      </p:sp>
    </p:spTree>
    <p:extLst>
      <p:ext uri="{BB962C8B-B14F-4D97-AF65-F5344CB8AC3E}">
        <p14:creationId xmlns:p14="http://schemas.microsoft.com/office/powerpoint/2010/main" val="2856878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34AA77-0AE8-A402-BC8F-C840610C8121}"/>
              </a:ext>
            </a:extLst>
          </p:cNvPr>
          <p:cNvSpPr>
            <a:spLocks noGrp="1"/>
          </p:cNvSpPr>
          <p:nvPr>
            <p:ph type="title"/>
          </p:nvPr>
        </p:nvSpPr>
        <p:spPr>
          <a:xfrm>
            <a:off x="1866122" y="628122"/>
            <a:ext cx="10011747" cy="1280890"/>
          </a:xfrm>
        </p:spPr>
        <p:txBody>
          <a:bodyPr/>
          <a:lstStyle/>
          <a:p>
            <a:r>
              <a:rPr lang="en-US" dirty="0"/>
              <a:t>Client-Server Request-Response Model </a:t>
            </a:r>
            <a:r>
              <a:rPr lang="en-US" sz="1800" dirty="0"/>
              <a:t>(cont.)</a:t>
            </a:r>
            <a:endParaRPr lang="en-US" dirty="0"/>
          </a:p>
        </p:txBody>
      </p:sp>
      <p:sp>
        <p:nvSpPr>
          <p:cNvPr id="3" name="Content Placeholder 2">
            <a:extLst>
              <a:ext uri="{FF2B5EF4-FFF2-40B4-BE49-F238E27FC236}">
                <a16:creationId xmlns="" xmlns:a16="http://schemas.microsoft.com/office/drawing/2014/main" id="{DB3B2B82-3FCD-EB7C-B96E-9BFF240901ED}"/>
              </a:ext>
            </a:extLst>
          </p:cNvPr>
          <p:cNvSpPr>
            <a:spLocks noGrp="1"/>
          </p:cNvSpPr>
          <p:nvPr>
            <p:ph idx="1"/>
          </p:nvPr>
        </p:nvSpPr>
        <p:spPr/>
        <p:txBody>
          <a:bodyPr/>
          <a:lstStyle/>
          <a:p>
            <a:pPr lvl="0" fontAlgn="base"/>
            <a:r>
              <a:rPr lang="en-US" dirty="0"/>
              <a:t>Client is a device/app that requests services from a server, like a web browser or email app.</a:t>
            </a:r>
          </a:p>
          <a:p>
            <a:pPr lvl="0" fontAlgn="base"/>
            <a:r>
              <a:rPr lang="en-US" dirty="0"/>
              <a:t>Server is a system that listens for requests and responds by sending data or performing operations.</a:t>
            </a:r>
          </a:p>
          <a:p>
            <a:pPr lvl="0" fontAlgn="base"/>
            <a:r>
              <a:rPr lang="en-US" dirty="0"/>
              <a:t>Servers can handle many clients at the same time using concurrent request handling.</a:t>
            </a:r>
          </a:p>
          <a:p>
            <a:pPr lvl="0" fontAlgn="base"/>
            <a:r>
              <a:rPr lang="en-US" dirty="0"/>
              <a:t>Example client apps include Chrome/Firefox and Gmail/Outlook.</a:t>
            </a:r>
          </a:p>
          <a:p>
            <a:pPr lvl="0" fontAlgn="base"/>
            <a:r>
              <a:rPr lang="en-US" dirty="0"/>
              <a:t>Example servers include web servers (Apache/Nginx), email servers, and database servers.</a:t>
            </a:r>
          </a:p>
          <a:p>
            <a:endParaRPr lang="en-US" dirty="0"/>
          </a:p>
        </p:txBody>
      </p:sp>
      <p:sp>
        <p:nvSpPr>
          <p:cNvPr id="4" name="Footer Placeholder 3">
            <a:extLst>
              <a:ext uri="{FF2B5EF4-FFF2-40B4-BE49-F238E27FC236}">
                <a16:creationId xmlns="" xmlns:a16="http://schemas.microsoft.com/office/drawing/2014/main" id="{87EDC049-6852-A7EF-7CC8-6ACEA5E64CD2}"/>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4AE2E6A5-9FE2-8EC9-4CB8-9A56F30559E5}"/>
              </a:ext>
            </a:extLst>
          </p:cNvPr>
          <p:cNvSpPr>
            <a:spLocks noGrp="1"/>
          </p:cNvSpPr>
          <p:nvPr>
            <p:ph type="sldNum" sz="quarter" idx="12"/>
          </p:nvPr>
        </p:nvSpPr>
        <p:spPr/>
        <p:txBody>
          <a:bodyPr/>
          <a:lstStyle/>
          <a:p>
            <a:fld id="{EA01E00C-350D-493E-B140-69306DC35D1C}" type="slidenum">
              <a:rPr lang="en-US" smtClean="0"/>
              <a:pPr/>
              <a:t>6</a:t>
            </a:fld>
            <a:endParaRPr lang="en-US"/>
          </a:p>
        </p:txBody>
      </p:sp>
    </p:spTree>
    <p:extLst>
      <p:ext uri="{BB962C8B-B14F-4D97-AF65-F5344CB8AC3E}">
        <p14:creationId xmlns:p14="http://schemas.microsoft.com/office/powerpoint/2010/main" val="25140830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9919E262-F787-D0BC-C206-06A7A1306231}"/>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6" name="Content Placeholder 2">
            <a:extLst>
              <a:ext uri="{FF2B5EF4-FFF2-40B4-BE49-F238E27FC236}">
                <a16:creationId xmlns="" xmlns:a16="http://schemas.microsoft.com/office/drawing/2014/main" id="{A621D2D5-9F75-06CB-0D9C-2AC2088760D4}"/>
              </a:ext>
            </a:extLst>
          </p:cNvPr>
          <p:cNvSpPr txBox="1">
            <a:spLocks/>
          </p:cNvSpPr>
          <p:nvPr/>
        </p:nvSpPr>
        <p:spPr>
          <a:xfrm>
            <a:off x="2477338" y="2261228"/>
            <a:ext cx="8789313"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fontAlgn="base"/>
            <a:r>
              <a:rPr lang="en-US" dirty="0"/>
              <a:t>User enters a URL in the browser (example: www.example.com).</a:t>
            </a:r>
          </a:p>
          <a:p>
            <a:pPr lvl="0" fontAlgn="base"/>
            <a:r>
              <a:rPr lang="en-US" dirty="0"/>
              <a:t>Browser performs a DNS lookup to convert the domain name into an IP address.</a:t>
            </a:r>
          </a:p>
          <a:p>
            <a:pPr lvl="0" fontAlgn="base"/>
            <a:r>
              <a:rPr lang="en-US" dirty="0"/>
              <a:t>Browser establishes a connection and sends an HTTP/HTTPS request to the server using that IP.</a:t>
            </a:r>
          </a:p>
          <a:p>
            <a:pPr lvl="0" fontAlgn="base"/>
            <a:r>
              <a:rPr lang="en-US" dirty="0"/>
              <a:t>Server responds with website resources like HTML, CSS, JavaScript, and images.</a:t>
            </a:r>
          </a:p>
          <a:p>
            <a:pPr lvl="0" fontAlgn="base"/>
            <a:r>
              <a:rPr lang="en-US" dirty="0"/>
              <a:t>Browser renders the webpage by processing these files and displaying the content.</a:t>
            </a:r>
          </a:p>
          <a:p>
            <a:endParaRPr lang="en-US" dirty="0"/>
          </a:p>
        </p:txBody>
      </p:sp>
      <p:sp>
        <p:nvSpPr>
          <p:cNvPr id="7" name="Title 1">
            <a:extLst>
              <a:ext uri="{FF2B5EF4-FFF2-40B4-BE49-F238E27FC236}">
                <a16:creationId xmlns="" xmlns:a16="http://schemas.microsoft.com/office/drawing/2014/main" id="{A9FB70B0-BFF9-AF60-963F-3DABE2C4B734}"/>
              </a:ext>
            </a:extLst>
          </p:cNvPr>
          <p:cNvSpPr txBox="1">
            <a:spLocks/>
          </p:cNvSpPr>
          <p:nvPr/>
        </p:nvSpPr>
        <p:spPr>
          <a:xfrm>
            <a:off x="1866122" y="628122"/>
            <a:ext cx="1001174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Client-Server Request-Response Model </a:t>
            </a:r>
            <a:r>
              <a:rPr lang="en-US" sz="1800" dirty="0"/>
              <a:t>(cont.)</a:t>
            </a:r>
            <a:endParaRPr lang="en-US" dirty="0"/>
          </a:p>
        </p:txBody>
      </p:sp>
      <p:sp>
        <p:nvSpPr>
          <p:cNvPr id="2" name="Slide Number Placeholder 1">
            <a:extLst>
              <a:ext uri="{FF2B5EF4-FFF2-40B4-BE49-F238E27FC236}">
                <a16:creationId xmlns="" xmlns:a16="http://schemas.microsoft.com/office/drawing/2014/main" id="{952BC4BE-549A-A801-85E8-36AAB3A8B617}"/>
              </a:ext>
            </a:extLst>
          </p:cNvPr>
          <p:cNvSpPr>
            <a:spLocks noGrp="1"/>
          </p:cNvSpPr>
          <p:nvPr>
            <p:ph type="sldNum" sz="quarter" idx="12"/>
          </p:nvPr>
        </p:nvSpPr>
        <p:spPr/>
        <p:txBody>
          <a:bodyPr/>
          <a:lstStyle/>
          <a:p>
            <a:fld id="{EA01E00C-350D-493E-B140-69306DC35D1C}" type="slidenum">
              <a:rPr lang="en-US" smtClean="0"/>
              <a:pPr/>
              <a:t>7</a:t>
            </a:fld>
            <a:endParaRPr lang="en-US"/>
          </a:p>
        </p:txBody>
      </p:sp>
    </p:spTree>
    <p:extLst>
      <p:ext uri="{BB962C8B-B14F-4D97-AF65-F5344CB8AC3E}">
        <p14:creationId xmlns:p14="http://schemas.microsoft.com/office/powerpoint/2010/main" val="19733167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9919E262-F787-D0BC-C206-06A7A1306231}"/>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7" name="Title 1">
            <a:extLst>
              <a:ext uri="{FF2B5EF4-FFF2-40B4-BE49-F238E27FC236}">
                <a16:creationId xmlns="" xmlns:a16="http://schemas.microsoft.com/office/drawing/2014/main" id="{A9FB70B0-BFF9-AF60-963F-3DABE2C4B734}"/>
              </a:ext>
            </a:extLst>
          </p:cNvPr>
          <p:cNvSpPr txBox="1">
            <a:spLocks/>
          </p:cNvSpPr>
          <p:nvPr/>
        </p:nvSpPr>
        <p:spPr>
          <a:xfrm>
            <a:off x="1866122" y="628122"/>
            <a:ext cx="1001174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Client-Server Request-Response Model </a:t>
            </a:r>
            <a:r>
              <a:rPr lang="en-US" sz="1800" dirty="0"/>
              <a:t>(cont.)</a:t>
            </a:r>
            <a:endParaRPr lang="en-US" dirty="0"/>
          </a:p>
        </p:txBody>
      </p:sp>
      <p:pic>
        <p:nvPicPr>
          <p:cNvPr id="5" name="Content Placeholder 4" descr="Client-Server-Model-2">
            <a:extLst>
              <a:ext uri="{FF2B5EF4-FFF2-40B4-BE49-F238E27FC236}">
                <a16:creationId xmlns="" xmlns:a16="http://schemas.microsoft.com/office/drawing/2014/main" id="{8700BD32-4D8F-3092-07D2-F336E7442273}"/>
              </a:ext>
            </a:extLst>
          </p:cNvPr>
          <p:cNvPicPr>
            <a:picLocks noGrp="1" noChangeAspect="1"/>
          </p:cNvPicPr>
          <p:nvPr>
            <p:ph idx="1"/>
          </p:nvPr>
        </p:nvPicPr>
        <p:blipFill>
          <a:blip r:embed="rId2"/>
          <a:stretch>
            <a:fillRect/>
          </a:stretch>
        </p:blipFill>
        <p:spPr>
          <a:xfrm>
            <a:off x="3069100" y="2152650"/>
            <a:ext cx="6663557" cy="3331779"/>
          </a:xfrm>
          <a:prstGeom prst="rect">
            <a:avLst/>
          </a:prstGeom>
        </p:spPr>
      </p:pic>
      <p:sp>
        <p:nvSpPr>
          <p:cNvPr id="2" name="Slide Number Placeholder 1">
            <a:extLst>
              <a:ext uri="{FF2B5EF4-FFF2-40B4-BE49-F238E27FC236}">
                <a16:creationId xmlns="" xmlns:a16="http://schemas.microsoft.com/office/drawing/2014/main" id="{952BC4BE-549A-A801-85E8-36AAB3A8B617}"/>
              </a:ext>
            </a:extLst>
          </p:cNvPr>
          <p:cNvSpPr>
            <a:spLocks noGrp="1"/>
          </p:cNvSpPr>
          <p:nvPr>
            <p:ph type="sldNum" sz="quarter" idx="12"/>
          </p:nvPr>
        </p:nvSpPr>
        <p:spPr/>
        <p:txBody>
          <a:bodyPr/>
          <a:lstStyle/>
          <a:p>
            <a:fld id="{EA01E00C-350D-493E-B140-69306DC35D1C}" type="slidenum">
              <a:rPr lang="en-US" smtClean="0"/>
              <a:pPr/>
              <a:t>8</a:t>
            </a:fld>
            <a:endParaRPr lang="en-US"/>
          </a:p>
        </p:txBody>
      </p:sp>
    </p:spTree>
    <p:extLst>
      <p:ext uri="{BB962C8B-B14F-4D97-AF65-F5344CB8AC3E}">
        <p14:creationId xmlns:p14="http://schemas.microsoft.com/office/powerpoint/2010/main" val="193682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9C8F4C-BF65-58DC-4E27-0846C714FC72}"/>
              </a:ext>
            </a:extLst>
          </p:cNvPr>
          <p:cNvSpPr>
            <a:spLocks noGrp="1"/>
          </p:cNvSpPr>
          <p:nvPr>
            <p:ph type="title"/>
          </p:nvPr>
        </p:nvSpPr>
        <p:spPr/>
        <p:txBody>
          <a:bodyPr/>
          <a:lstStyle/>
          <a:p>
            <a:r>
              <a:rPr lang="en-US" dirty="0"/>
              <a:t>Uniform Resource Identifier (URI)</a:t>
            </a:r>
          </a:p>
        </p:txBody>
      </p:sp>
      <p:sp>
        <p:nvSpPr>
          <p:cNvPr id="3" name="Content Placeholder 2">
            <a:extLst>
              <a:ext uri="{FF2B5EF4-FFF2-40B4-BE49-F238E27FC236}">
                <a16:creationId xmlns="" xmlns:a16="http://schemas.microsoft.com/office/drawing/2014/main" id="{A13590CD-CD45-E7A3-DE37-16ECCFF1343B}"/>
              </a:ext>
            </a:extLst>
          </p:cNvPr>
          <p:cNvSpPr>
            <a:spLocks noGrp="1"/>
          </p:cNvSpPr>
          <p:nvPr>
            <p:ph idx="1"/>
          </p:nvPr>
        </p:nvSpPr>
        <p:spPr/>
        <p:txBody>
          <a:bodyPr/>
          <a:lstStyle/>
          <a:p>
            <a:pPr algn="just"/>
            <a:r>
              <a:rPr lang="en-US" dirty="0"/>
              <a:t>URI (Uniform Resource Identifier) is also a string of characters that identifies a resource on the web either by using location, name, or both. It allows uniform identification of resources. A URI is additionally grouped as a locator, a name, or both, which suggests it can describe a URL, a URN, or both. The term identifier within the URI refers to the prominence of the resources, regardless of the technique used. </a:t>
            </a:r>
          </a:p>
          <a:p>
            <a:pPr algn="just"/>
            <a:endParaRPr lang="en-US" dirty="0"/>
          </a:p>
          <a:p>
            <a:pPr algn="just"/>
            <a:r>
              <a:rPr lang="en-US" dirty="0"/>
              <a:t>Example: urn:daraz:product:123456789</a:t>
            </a:r>
          </a:p>
        </p:txBody>
      </p:sp>
      <p:sp>
        <p:nvSpPr>
          <p:cNvPr id="4" name="Footer Placeholder 3">
            <a:extLst>
              <a:ext uri="{FF2B5EF4-FFF2-40B4-BE49-F238E27FC236}">
                <a16:creationId xmlns="" xmlns:a16="http://schemas.microsoft.com/office/drawing/2014/main" id="{300B1A3F-61CF-CB38-B8D4-7B55A60E8B29}"/>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A3F9AF99-D89D-6167-73EB-64A7E19F393D}"/>
              </a:ext>
            </a:extLst>
          </p:cNvPr>
          <p:cNvSpPr>
            <a:spLocks noGrp="1"/>
          </p:cNvSpPr>
          <p:nvPr>
            <p:ph type="sldNum" sz="quarter" idx="12"/>
          </p:nvPr>
        </p:nvSpPr>
        <p:spPr/>
        <p:txBody>
          <a:bodyPr/>
          <a:lstStyle/>
          <a:p>
            <a:fld id="{EA01E00C-350D-493E-B140-69306DC35D1C}" type="slidenum">
              <a:rPr lang="en-US" smtClean="0"/>
              <a:pPr/>
              <a:t>9</a:t>
            </a:fld>
            <a:endParaRPr lang="en-US"/>
          </a:p>
        </p:txBody>
      </p:sp>
    </p:spTree>
    <p:extLst>
      <p:ext uri="{BB962C8B-B14F-4D97-AF65-F5344CB8AC3E}">
        <p14:creationId xmlns:p14="http://schemas.microsoft.com/office/powerpoint/2010/main" val="40631708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Uniform Resource Locator (URL)</a:t>
            </a:r>
          </a:p>
        </p:txBody>
      </p:sp>
      <p:graphicFrame>
        <p:nvGraphicFramePr>
          <p:cNvPr id="18" name="Content Placeholder 2">
            <a:extLst>
              <a:ext uri="{FF2B5EF4-FFF2-40B4-BE49-F238E27FC236}">
                <a16:creationId xmlns="" xmlns:a16="http://schemas.microsoft.com/office/drawing/2014/main" id="{48C5137E-3859-5D18-B09C-49B02F779BE3}"/>
              </a:ext>
            </a:extLst>
          </p:cNvPr>
          <p:cNvGraphicFramePr>
            <a:graphicFrameLocks noGrp="1"/>
          </p:cNvGraphicFramePr>
          <p:nvPr>
            <p:ph idx="1"/>
            <p:extLst>
              <p:ext uri="{D42A27DB-BD31-4B8C-83A1-F6EECF244321}">
                <p14:modId xmlns:p14="http://schemas.microsoft.com/office/powerpoint/2010/main" val="1551342799"/>
              </p:ext>
            </p:extLst>
          </p:nvPr>
        </p:nvGraphicFramePr>
        <p:xfrm>
          <a:off x="1578506" y="1219200"/>
          <a:ext cx="10243380" cy="5094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a:xfrm>
            <a:off x="2589887" y="6496020"/>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6" name="TextBox 5"/>
          <p:cNvSpPr txBox="1"/>
          <p:nvPr/>
        </p:nvSpPr>
        <p:spPr>
          <a:xfrm>
            <a:off x="4285452" y="4917779"/>
            <a:ext cx="1310640" cy="369332"/>
          </a:xfrm>
          <a:prstGeom prst="rect">
            <a:avLst/>
          </a:prstGeom>
          <a:noFill/>
        </p:spPr>
        <p:txBody>
          <a:bodyPr wrap="square" rtlCol="0">
            <a:spAutoFit/>
          </a:bodyPr>
          <a:lstStyle/>
          <a:p>
            <a:r>
              <a:rPr lang="en-US" dirty="0">
                <a:solidFill>
                  <a:schemeClr val="bg1"/>
                </a:solidFill>
              </a:rPr>
              <a:t>protocol</a:t>
            </a:r>
          </a:p>
        </p:txBody>
      </p:sp>
      <p:sp>
        <p:nvSpPr>
          <p:cNvPr id="5" name="TextBox 4">
            <a:extLst>
              <a:ext uri="{FF2B5EF4-FFF2-40B4-BE49-F238E27FC236}">
                <a16:creationId xmlns="" xmlns:a16="http://schemas.microsoft.com/office/drawing/2014/main" id="{03297582-03CD-A07E-6405-5B5CAA25E578}"/>
              </a:ext>
            </a:extLst>
          </p:cNvPr>
          <p:cNvSpPr txBox="1"/>
          <p:nvPr/>
        </p:nvSpPr>
        <p:spPr>
          <a:xfrm>
            <a:off x="3352102" y="5431080"/>
            <a:ext cx="7079522" cy="369332"/>
          </a:xfrm>
          <a:prstGeom prst="rect">
            <a:avLst/>
          </a:prstGeom>
          <a:noFill/>
        </p:spPr>
        <p:txBody>
          <a:bodyPr wrap="square">
            <a:spAutoFit/>
          </a:bodyPr>
          <a:lstStyle/>
          <a:p>
            <a:r>
              <a:rPr lang="en-US" b="1" dirty="0"/>
              <a:t>Example: </a:t>
            </a:r>
            <a:r>
              <a:rPr lang="en-US" dirty="0"/>
              <a:t>https://www.daraz.pk/products/iphone-15-128gb</a:t>
            </a:r>
          </a:p>
        </p:txBody>
      </p:sp>
      <p:sp>
        <p:nvSpPr>
          <p:cNvPr id="3" name="Slide Number Placeholder 2">
            <a:extLst>
              <a:ext uri="{FF2B5EF4-FFF2-40B4-BE49-F238E27FC236}">
                <a16:creationId xmlns="" xmlns:a16="http://schemas.microsoft.com/office/drawing/2014/main" id="{06F469FA-91E0-AB58-84BF-3C3A05A34A53}"/>
              </a:ext>
            </a:extLst>
          </p:cNvPr>
          <p:cNvSpPr>
            <a:spLocks noGrp="1"/>
          </p:cNvSpPr>
          <p:nvPr>
            <p:ph type="sldNum" sz="quarter" idx="12"/>
          </p:nvPr>
        </p:nvSpPr>
        <p:spPr/>
        <p:txBody>
          <a:bodyPr/>
          <a:lstStyle/>
          <a:p>
            <a:fld id="{EA01E00C-350D-493E-B140-69306DC35D1C}" type="slidenum">
              <a:rPr lang="en-US" smtClean="0"/>
              <a:pPr/>
              <a:t>10</a:t>
            </a:fld>
            <a:endParaRPr lang="en-US"/>
          </a:p>
        </p:txBody>
      </p:sp>
    </p:spTree>
    <p:extLst>
      <p:ext uri="{BB962C8B-B14F-4D97-AF65-F5344CB8AC3E}">
        <p14:creationId xmlns:p14="http://schemas.microsoft.com/office/powerpoint/2010/main" val="35385303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a:t>
            </a:r>
          </a:p>
        </p:txBody>
      </p:sp>
      <p:sp>
        <p:nvSpPr>
          <p:cNvPr id="3" name="Content Placeholder 2"/>
          <p:cNvSpPr>
            <a:spLocks noGrp="1"/>
          </p:cNvSpPr>
          <p:nvPr>
            <p:ph idx="1"/>
          </p:nvPr>
        </p:nvSpPr>
        <p:spPr>
          <a:xfrm>
            <a:off x="1568808" y="1676400"/>
            <a:ext cx="9810393" cy="3777622"/>
          </a:xfrm>
        </p:spPr>
        <p:txBody>
          <a:bodyPr>
            <a:normAutofit/>
          </a:bodyPr>
          <a:lstStyle/>
          <a:p>
            <a:pPr lvl="0" algn="just"/>
            <a:r>
              <a:rPr lang="en-US" sz="2400" b="1" dirty="0"/>
              <a:t>Hypertext Transfer Protocol (HTTP)</a:t>
            </a:r>
            <a:r>
              <a:rPr lang="en-US" sz="2400" dirty="0"/>
              <a:t>:</a:t>
            </a:r>
          </a:p>
          <a:p>
            <a:pPr lvl="1" algn="just"/>
            <a:r>
              <a:rPr lang="en-US" sz="2000" dirty="0"/>
              <a:t>HTTP is a protocol used for transmitting data between a web server and a web client (usually a web browser). It defines how requests and responses should be formatted and handled.</a:t>
            </a:r>
          </a:p>
          <a:p>
            <a:pPr lvl="0" algn="just"/>
            <a:r>
              <a:rPr lang="en-US" sz="2400" b="1" dirty="0"/>
              <a:t>HTTP Secure (HTTPS)</a:t>
            </a:r>
            <a:r>
              <a:rPr lang="en-US" sz="2400" dirty="0"/>
              <a:t>:</a:t>
            </a:r>
          </a:p>
          <a:p>
            <a:pPr lvl="1" algn="just"/>
            <a:r>
              <a:rPr lang="en-US" sz="2000" dirty="0"/>
              <a:t>HTTPS is a secure version of HTTP. It encrypts data exchanged between a web server and a client to protect against eavesdropping and data tampering.</a:t>
            </a:r>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05BAC187-4D85-C7E5-ACA5-C9AF1FD23166}"/>
              </a:ext>
            </a:extLst>
          </p:cNvPr>
          <p:cNvSpPr>
            <a:spLocks noGrp="1"/>
          </p:cNvSpPr>
          <p:nvPr>
            <p:ph type="sldNum" sz="quarter" idx="12"/>
          </p:nvPr>
        </p:nvSpPr>
        <p:spPr/>
        <p:txBody>
          <a:bodyPr/>
          <a:lstStyle/>
          <a:p>
            <a:fld id="{EA01E00C-350D-493E-B140-69306DC35D1C}" type="slidenum">
              <a:rPr lang="en-US" smtClean="0"/>
              <a:pPr/>
              <a:t>11</a:t>
            </a:fld>
            <a:endParaRPr lang="en-US"/>
          </a:p>
        </p:txBody>
      </p:sp>
    </p:spTree>
    <p:extLst>
      <p:ext uri="{BB962C8B-B14F-4D97-AF65-F5344CB8AC3E}">
        <p14:creationId xmlns:p14="http://schemas.microsoft.com/office/powerpoint/2010/main" val="41196367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 Name</a:t>
            </a:r>
          </a:p>
        </p:txBody>
      </p:sp>
      <p:sp>
        <p:nvSpPr>
          <p:cNvPr id="3" name="Content Placeholder 2"/>
          <p:cNvSpPr>
            <a:spLocks noGrp="1"/>
          </p:cNvSpPr>
          <p:nvPr>
            <p:ph idx="1"/>
          </p:nvPr>
        </p:nvSpPr>
        <p:spPr>
          <a:xfrm>
            <a:off x="1366141" y="1781074"/>
            <a:ext cx="10013059" cy="3777622"/>
          </a:xfrm>
        </p:spPr>
        <p:txBody>
          <a:bodyPr>
            <a:normAutofit/>
          </a:bodyPr>
          <a:lstStyle/>
          <a:p>
            <a:pPr lvl="1">
              <a:lnSpc>
                <a:spcPct val="150000"/>
              </a:lnSpc>
            </a:pPr>
            <a:r>
              <a:rPr lang="en-US" sz="2000" dirty="0"/>
              <a:t>A domain name is a human-readable address that corresponds to an IP address on the internet. </a:t>
            </a:r>
          </a:p>
          <a:p>
            <a:pPr lvl="1">
              <a:lnSpc>
                <a:spcPct val="150000"/>
              </a:lnSpc>
            </a:pPr>
            <a:r>
              <a:rPr lang="en-US" sz="2000" dirty="0"/>
              <a:t>It is used to identify websites and resources. For example, "</a:t>
            </a:r>
            <a:r>
              <a:rPr lang="en-US" sz="2000" u="sng" dirty="0">
                <a:hlinkClick r:id="rId2"/>
              </a:rPr>
              <a:t>www.example.com</a:t>
            </a:r>
            <a:r>
              <a:rPr lang="en-US" sz="2000" dirty="0"/>
              <a:t>" is a domain name.</a:t>
            </a:r>
          </a:p>
          <a:p>
            <a:pPr lvl="1">
              <a:lnSpc>
                <a:spcPct val="150000"/>
              </a:lnSpc>
            </a:pPr>
            <a:r>
              <a:rPr lang="en-US" sz="2000" dirty="0"/>
              <a:t>A domain name is a string of text that maps to an alphanumeric </a:t>
            </a:r>
            <a:r>
              <a:rPr lang="en-US" sz="2000" dirty="0">
                <a:hlinkClick r:id="rId3"/>
              </a:rPr>
              <a:t>IP address</a:t>
            </a:r>
            <a:r>
              <a:rPr lang="en-US" sz="2000" dirty="0"/>
              <a:t>, used to access a website from client software. </a:t>
            </a:r>
          </a:p>
          <a:p>
            <a:pPr marL="0" indent="0">
              <a:buNone/>
            </a:pPr>
            <a:endParaRPr lang="en-US" sz="2400" dirty="0"/>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533C8F05-9077-2DBE-6733-734CD742C9BD}"/>
              </a:ext>
            </a:extLst>
          </p:cNvPr>
          <p:cNvSpPr>
            <a:spLocks noGrp="1"/>
          </p:cNvSpPr>
          <p:nvPr>
            <p:ph type="sldNum" sz="quarter" idx="12"/>
          </p:nvPr>
        </p:nvSpPr>
        <p:spPr/>
        <p:txBody>
          <a:bodyPr/>
          <a:lstStyle/>
          <a:p>
            <a:fld id="{EA01E00C-350D-493E-B140-69306DC35D1C}" type="slidenum">
              <a:rPr lang="en-US" smtClean="0"/>
              <a:pPr/>
              <a:t>12</a:t>
            </a:fld>
            <a:endParaRPr lang="en-US"/>
          </a:p>
        </p:txBody>
      </p:sp>
    </p:spTree>
    <p:extLst>
      <p:ext uri="{BB962C8B-B14F-4D97-AF65-F5344CB8AC3E}">
        <p14:creationId xmlns:p14="http://schemas.microsoft.com/office/powerpoint/2010/main" val="36382108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Web Hosting</a:t>
            </a:r>
          </a:p>
        </p:txBody>
      </p:sp>
      <p:sp>
        <p:nvSpPr>
          <p:cNvPr id="3" name="Content Placeholder 2"/>
          <p:cNvSpPr>
            <a:spLocks noGrp="1"/>
          </p:cNvSpPr>
          <p:nvPr>
            <p:ph idx="1"/>
          </p:nvPr>
        </p:nvSpPr>
        <p:spPr>
          <a:xfrm>
            <a:off x="133352" y="2064445"/>
            <a:ext cx="6853050" cy="4278482"/>
          </a:xfrm>
        </p:spPr>
        <p:txBody>
          <a:bodyPr>
            <a:normAutofit/>
          </a:bodyPr>
          <a:lstStyle/>
          <a:p>
            <a:pPr lvl="1" algn="just"/>
            <a:r>
              <a:rPr lang="en-US" sz="2400" dirty="0"/>
              <a:t>Web hosting is a </a:t>
            </a:r>
            <a:r>
              <a:rPr lang="en-US" sz="2400" b="1" dirty="0"/>
              <a:t>service</a:t>
            </a:r>
            <a:r>
              <a:rPr lang="en-US" sz="2400" dirty="0"/>
              <a:t> that provides </a:t>
            </a:r>
            <a:r>
              <a:rPr lang="en-US" sz="2400" b="1" dirty="0"/>
              <a:t>storage</a:t>
            </a:r>
            <a:r>
              <a:rPr lang="en-US" sz="2400" dirty="0"/>
              <a:t>, </a:t>
            </a:r>
            <a:r>
              <a:rPr lang="en-US" sz="2400" b="1" dirty="0"/>
              <a:t>server resources</a:t>
            </a:r>
            <a:r>
              <a:rPr lang="en-US" sz="2400" dirty="0"/>
              <a:t>, and </a:t>
            </a:r>
            <a:r>
              <a:rPr lang="en-US" sz="2400" b="1" dirty="0"/>
              <a:t>connectivity</a:t>
            </a:r>
            <a:r>
              <a:rPr lang="en-US" sz="2400" dirty="0"/>
              <a:t> to make websites accessible on the Internet. </a:t>
            </a:r>
          </a:p>
          <a:p>
            <a:pPr lvl="1" algn="just"/>
            <a:r>
              <a:rPr lang="en-US" sz="2400" dirty="0"/>
              <a:t>Different types of hosting include:</a:t>
            </a:r>
          </a:p>
          <a:p>
            <a:pPr lvl="2" algn="just"/>
            <a:r>
              <a:rPr lang="en-US" sz="2200" dirty="0"/>
              <a:t> Shared hosting, </a:t>
            </a:r>
          </a:p>
          <a:p>
            <a:pPr lvl="2" algn="just"/>
            <a:r>
              <a:rPr lang="en-US" sz="2200" dirty="0"/>
              <a:t>Virtual Private Server (VPS) hosting</a:t>
            </a:r>
          </a:p>
          <a:p>
            <a:pPr lvl="2" algn="just"/>
            <a:r>
              <a:rPr lang="en-US" sz="2200" dirty="0"/>
              <a:t>Dedicated hosting.</a:t>
            </a:r>
          </a:p>
        </p:txBody>
      </p:sp>
      <p:sp>
        <p:nvSpPr>
          <p:cNvPr id="4" name="Footer Placeholder 3"/>
          <p:cNvSpPr>
            <a:spLocks noGrp="1"/>
          </p:cNvSpPr>
          <p:nvPr>
            <p:ph type="ftr" sz="quarter" idx="11"/>
          </p:nvPr>
        </p:nvSpPr>
        <p:spPr>
          <a:xfrm>
            <a:off x="1851334" y="6457747"/>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pic>
        <p:nvPicPr>
          <p:cNvPr id="3076" name="Picture 4" descr="Computer Networks] What is web hosting? - Class 12 Teacho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8215" y="1464792"/>
            <a:ext cx="4840434" cy="223499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VPS vs Shared Server vs Dedicated Server | Temok"/>
          <p:cNvPicPr>
            <a:picLocks noChangeAspect="1" noChangeArrowheads="1"/>
          </p:cNvPicPr>
          <p:nvPr/>
        </p:nvPicPr>
        <p:blipFill rotWithShape="1">
          <a:blip r:embed="rId4">
            <a:extLst>
              <a:ext uri="{28A0092B-C50C-407E-A947-70E740481C1C}">
                <a14:useLocalDpi xmlns:a14="http://schemas.microsoft.com/office/drawing/2010/main" val="0"/>
              </a:ext>
            </a:extLst>
          </a:blip>
          <a:srcRect l="4037" t="12446" r="3200" b="22126"/>
          <a:stretch/>
        </p:blipFill>
        <p:spPr bwMode="auto">
          <a:xfrm>
            <a:off x="7256456" y="3949726"/>
            <a:ext cx="4802193" cy="225808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 xmlns:a16="http://schemas.microsoft.com/office/drawing/2014/main" id="{2F39585A-2380-5845-3E4B-DA3F4ABEF076}"/>
              </a:ext>
            </a:extLst>
          </p:cNvPr>
          <p:cNvSpPr>
            <a:spLocks noGrp="1"/>
          </p:cNvSpPr>
          <p:nvPr>
            <p:ph type="sldNum" sz="quarter" idx="12"/>
          </p:nvPr>
        </p:nvSpPr>
        <p:spPr/>
        <p:txBody>
          <a:bodyPr/>
          <a:lstStyle/>
          <a:p>
            <a:fld id="{EA01E00C-350D-493E-B140-69306DC35D1C}" type="slidenum">
              <a:rPr lang="en-US" smtClean="0"/>
              <a:pPr/>
              <a:t>13</a:t>
            </a:fld>
            <a:endParaRPr lang="en-US"/>
          </a:p>
        </p:txBody>
      </p:sp>
    </p:spTree>
    <p:extLst>
      <p:ext uri="{BB962C8B-B14F-4D97-AF65-F5344CB8AC3E}">
        <p14:creationId xmlns:p14="http://schemas.microsoft.com/office/powerpoint/2010/main" val="205151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SEO (Search Engine Optimization)</a:t>
            </a:r>
          </a:p>
        </p:txBody>
      </p:sp>
      <p:sp>
        <p:nvSpPr>
          <p:cNvPr id="3" name="Content Placeholder 2"/>
          <p:cNvSpPr>
            <a:spLocks noGrp="1"/>
          </p:cNvSpPr>
          <p:nvPr>
            <p:ph idx="1"/>
          </p:nvPr>
        </p:nvSpPr>
        <p:spPr>
          <a:xfrm>
            <a:off x="1122218" y="1552906"/>
            <a:ext cx="9896765" cy="3777622"/>
          </a:xfrm>
        </p:spPr>
        <p:txBody>
          <a:bodyPr>
            <a:normAutofit/>
          </a:bodyPr>
          <a:lstStyle/>
          <a:p>
            <a:pPr lvl="1" algn="just"/>
            <a:r>
              <a:rPr lang="en-US" sz="2400" dirty="0"/>
              <a:t>SEO is the practice of optimizing a website to improve its visibility in search engine results. </a:t>
            </a:r>
          </a:p>
          <a:p>
            <a:pPr lvl="1" algn="just"/>
            <a:r>
              <a:rPr lang="en-US" sz="2400" dirty="0"/>
              <a:t>This involves various techniques to enhance the website's ranking and traffic.</a:t>
            </a:r>
          </a:p>
        </p:txBody>
      </p:sp>
      <p:sp>
        <p:nvSpPr>
          <p:cNvPr id="4" name="Footer Placeholder 3"/>
          <p:cNvSpPr>
            <a:spLocks noGrp="1"/>
          </p:cNvSpPr>
          <p:nvPr>
            <p:ph type="ftr" sz="quarter" idx="11"/>
          </p:nvPr>
        </p:nvSpPr>
        <p:spPr>
          <a:xfrm>
            <a:off x="2259608" y="6484929"/>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pic>
        <p:nvPicPr>
          <p:cNvPr id="4098" name="Picture 2" descr="Demystifying Search Engine Optimization (SEO): A Comprehensive Guide –  javatpoint.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476" y="3241964"/>
            <a:ext cx="5790248" cy="325091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 xmlns:a16="http://schemas.microsoft.com/office/drawing/2014/main" id="{470286DC-551B-5724-6B04-91D0062E9578}"/>
              </a:ext>
            </a:extLst>
          </p:cNvPr>
          <p:cNvSpPr>
            <a:spLocks noGrp="1"/>
          </p:cNvSpPr>
          <p:nvPr>
            <p:ph type="sldNum" sz="quarter" idx="12"/>
          </p:nvPr>
        </p:nvSpPr>
        <p:spPr/>
        <p:txBody>
          <a:bodyPr/>
          <a:lstStyle/>
          <a:p>
            <a:fld id="{EA01E00C-350D-493E-B140-69306DC35D1C}" type="slidenum">
              <a:rPr lang="en-US" smtClean="0"/>
              <a:pPr/>
              <a:t>14</a:t>
            </a:fld>
            <a:endParaRPr lang="en-US"/>
          </a:p>
        </p:txBody>
      </p:sp>
    </p:spTree>
    <p:extLst>
      <p:ext uri="{BB962C8B-B14F-4D97-AF65-F5344CB8AC3E}">
        <p14:creationId xmlns:p14="http://schemas.microsoft.com/office/powerpoint/2010/main" val="17781878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Browser</a:t>
            </a:r>
          </a:p>
        </p:txBody>
      </p:sp>
      <p:sp>
        <p:nvSpPr>
          <p:cNvPr id="3" name="Content Placeholder 2"/>
          <p:cNvSpPr>
            <a:spLocks noGrp="1"/>
          </p:cNvSpPr>
          <p:nvPr>
            <p:ph idx="1"/>
          </p:nvPr>
        </p:nvSpPr>
        <p:spPr>
          <a:xfrm>
            <a:off x="1736448" y="1493520"/>
            <a:ext cx="9068712" cy="3777622"/>
          </a:xfrm>
        </p:spPr>
        <p:txBody>
          <a:bodyPr>
            <a:normAutofit fontScale="92500" lnSpcReduction="10000"/>
          </a:bodyPr>
          <a:lstStyle/>
          <a:p>
            <a:pPr>
              <a:lnSpc>
                <a:spcPct val="150000"/>
              </a:lnSpc>
            </a:pPr>
            <a:r>
              <a:rPr lang="en-US" sz="2400" dirty="0"/>
              <a:t>When a </a:t>
            </a:r>
            <a:r>
              <a:rPr lang="en-US" sz="2400" dirty="0">
                <a:hlinkClick r:id="rId2" tooltip="User (computing)"/>
              </a:rPr>
              <a:t>user</a:t>
            </a:r>
            <a:r>
              <a:rPr lang="en-US" sz="2400" dirty="0"/>
              <a:t> requests a </a:t>
            </a:r>
            <a:r>
              <a:rPr lang="en-US" sz="2400" dirty="0">
                <a:hlinkClick r:id="rId3" tooltip="Web page"/>
              </a:rPr>
              <a:t>web page</a:t>
            </a:r>
            <a:r>
              <a:rPr lang="en-US" sz="2400" dirty="0"/>
              <a:t> from a particular website, the browser retrieves its </a:t>
            </a:r>
            <a:r>
              <a:rPr lang="en-US" sz="2400" dirty="0">
                <a:hlinkClick r:id="rId4" tooltip="Computer file"/>
              </a:rPr>
              <a:t>files</a:t>
            </a:r>
            <a:r>
              <a:rPr lang="en-US" sz="2400" dirty="0"/>
              <a:t> from a </a:t>
            </a:r>
            <a:r>
              <a:rPr lang="en-US" sz="2400" dirty="0">
                <a:hlinkClick r:id="rId5" tooltip="Web server"/>
              </a:rPr>
              <a:t>web server</a:t>
            </a:r>
            <a:r>
              <a:rPr lang="en-US" sz="2400" dirty="0"/>
              <a:t> and then displays the page on the user's screen.</a:t>
            </a:r>
          </a:p>
          <a:p>
            <a:pPr marL="342900" lvl="1" indent="-342900">
              <a:lnSpc>
                <a:spcPct val="150000"/>
              </a:lnSpc>
            </a:pPr>
            <a:r>
              <a:rPr lang="en-US" sz="2400" dirty="0"/>
              <a:t>Browsers are used on a range of devices, including </a:t>
            </a:r>
            <a:r>
              <a:rPr lang="en-US" sz="2400" dirty="0">
                <a:hlinkClick r:id="rId6" tooltip="Desktop computer"/>
              </a:rPr>
              <a:t>desktops</a:t>
            </a:r>
            <a:r>
              <a:rPr lang="en-US" sz="2400" dirty="0"/>
              <a:t>, </a:t>
            </a:r>
            <a:r>
              <a:rPr lang="en-US" sz="2400" dirty="0">
                <a:hlinkClick r:id="rId7" tooltip="Laptop"/>
              </a:rPr>
              <a:t>laptops</a:t>
            </a:r>
            <a:r>
              <a:rPr lang="en-US" sz="2400" dirty="0"/>
              <a:t>, </a:t>
            </a:r>
            <a:r>
              <a:rPr lang="en-US" sz="2400" dirty="0">
                <a:hlinkClick r:id="rId8" tooltip="Tablet computer"/>
              </a:rPr>
              <a:t>tablets</a:t>
            </a:r>
            <a:r>
              <a:rPr lang="en-US" sz="2400" dirty="0"/>
              <a:t>, and </a:t>
            </a:r>
            <a:r>
              <a:rPr lang="en-US" sz="2400" dirty="0">
                <a:hlinkClick r:id="rId9"/>
              </a:rPr>
              <a:t>smartphones</a:t>
            </a:r>
            <a:endParaRPr lang="en-US" sz="2400" dirty="0"/>
          </a:p>
          <a:p>
            <a:pPr marL="342900" lvl="1" indent="-342900">
              <a:lnSpc>
                <a:spcPct val="150000"/>
              </a:lnSpc>
            </a:pPr>
            <a:r>
              <a:rPr lang="en-US" sz="2400" dirty="0"/>
              <a:t>Popular web browsers include Chrome, Firefox, Safari, and Edge.</a:t>
            </a:r>
          </a:p>
          <a:p>
            <a:endParaRPr lang="en-US" sz="2400" dirty="0"/>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pic>
        <p:nvPicPr>
          <p:cNvPr id="1032" name="Picture 8" descr="Google Chrom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88080" y="5047518"/>
            <a:ext cx="890172" cy="89017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upload.wikimedia.org/wikipedia/commons/thumb/a/a0/..."/>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983480" y="4950838"/>
            <a:ext cx="1021158" cy="106115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le:Safari browser logo.svg - Wikipedia"/>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26248" y="5047518"/>
            <a:ext cx="1093150" cy="108829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icrosoft Edge: AI browser - Apps on Google Play"/>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665624" y="4859632"/>
            <a:ext cx="1297977" cy="129797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 xmlns:a16="http://schemas.microsoft.com/office/drawing/2014/main" id="{44357334-3D4C-7341-0385-AAE043D95C6F}"/>
              </a:ext>
            </a:extLst>
          </p:cNvPr>
          <p:cNvSpPr>
            <a:spLocks noGrp="1"/>
          </p:cNvSpPr>
          <p:nvPr>
            <p:ph type="sldNum" sz="quarter" idx="12"/>
          </p:nvPr>
        </p:nvSpPr>
        <p:spPr/>
        <p:txBody>
          <a:bodyPr/>
          <a:lstStyle/>
          <a:p>
            <a:fld id="{EA01E00C-350D-493E-B140-69306DC35D1C}" type="slidenum">
              <a:rPr lang="en-US" smtClean="0"/>
              <a:pPr/>
              <a:t>15</a:t>
            </a:fld>
            <a:endParaRPr lang="en-US"/>
          </a:p>
        </p:txBody>
      </p:sp>
    </p:spTree>
    <p:extLst>
      <p:ext uri="{BB962C8B-B14F-4D97-AF65-F5344CB8AC3E}">
        <p14:creationId xmlns:p14="http://schemas.microsoft.com/office/powerpoint/2010/main" val="1288498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Server</a:t>
            </a:r>
          </a:p>
        </p:txBody>
      </p:sp>
      <p:sp>
        <p:nvSpPr>
          <p:cNvPr id="3" name="Content Placeholder 2"/>
          <p:cNvSpPr>
            <a:spLocks noGrp="1"/>
          </p:cNvSpPr>
          <p:nvPr>
            <p:ph idx="1"/>
          </p:nvPr>
        </p:nvSpPr>
        <p:spPr>
          <a:xfrm>
            <a:off x="1812648" y="1031575"/>
            <a:ext cx="9769752" cy="3777622"/>
          </a:xfrm>
        </p:spPr>
        <p:txBody>
          <a:bodyPr/>
          <a:lstStyle/>
          <a:p>
            <a:pPr marL="457200" lvl="1" indent="0" algn="just">
              <a:buNone/>
            </a:pPr>
            <a:endParaRPr lang="en-US" dirty="0"/>
          </a:p>
          <a:p>
            <a:pPr algn="just"/>
            <a:r>
              <a:rPr lang="en-US" sz="2400" dirty="0"/>
              <a:t>A web server is software and hardware that uses HTTP (Hypertext Transfer Protocol) and other protocols to respond to client requests made over the World Wide Web.</a:t>
            </a:r>
          </a:p>
          <a:p>
            <a:pPr marL="342900" lvl="1" indent="-342900" algn="just"/>
            <a:r>
              <a:rPr lang="en-US" sz="2400" dirty="0"/>
              <a:t>Common web server software includes Apache, Nginx, and Microsoft IIS.</a:t>
            </a:r>
          </a:p>
          <a:p>
            <a:pPr marL="342900" lvl="1" indent="-342900" algn="just"/>
            <a:r>
              <a:rPr lang="en-US" sz="2400" dirty="0"/>
              <a:t>The main job of a web server is to display website content through storing, processing and delivering webpages to users.</a:t>
            </a:r>
          </a:p>
          <a:p>
            <a:pPr marL="342900" lvl="1" indent="-342900" algn="just"/>
            <a:endParaRPr lang="en-US" sz="2000" dirty="0"/>
          </a:p>
          <a:p>
            <a:pPr algn="just"/>
            <a:endParaRPr lang="en-US" dirty="0"/>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pic>
        <p:nvPicPr>
          <p:cNvPr id="2050" name="Picture 2" descr="Web Server and Its Type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8040" y="4406043"/>
            <a:ext cx="6388914" cy="208683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 xmlns:a16="http://schemas.microsoft.com/office/drawing/2014/main" id="{6285FD05-B74D-5A9A-7135-A17181706589}"/>
              </a:ext>
            </a:extLst>
          </p:cNvPr>
          <p:cNvSpPr>
            <a:spLocks noGrp="1"/>
          </p:cNvSpPr>
          <p:nvPr>
            <p:ph type="sldNum" sz="quarter" idx="12"/>
          </p:nvPr>
        </p:nvSpPr>
        <p:spPr/>
        <p:txBody>
          <a:bodyPr/>
          <a:lstStyle/>
          <a:p>
            <a:fld id="{EA01E00C-350D-493E-B140-69306DC35D1C}" type="slidenum">
              <a:rPr lang="en-US" smtClean="0"/>
              <a:pPr/>
              <a:t>16</a:t>
            </a:fld>
            <a:endParaRPr lang="en-US"/>
          </a:p>
        </p:txBody>
      </p:sp>
    </p:spTree>
    <p:extLst>
      <p:ext uri="{BB962C8B-B14F-4D97-AF65-F5344CB8AC3E}">
        <p14:creationId xmlns:p14="http://schemas.microsoft.com/office/powerpoint/2010/main" val="6268158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4E3CEB-4C10-0174-A903-4FB132B6401D}"/>
              </a:ext>
            </a:extLst>
          </p:cNvPr>
          <p:cNvSpPr>
            <a:spLocks noGrp="1"/>
          </p:cNvSpPr>
          <p:nvPr>
            <p:ph type="title"/>
          </p:nvPr>
        </p:nvSpPr>
        <p:spPr/>
        <p:txBody>
          <a:bodyPr/>
          <a:lstStyle/>
          <a:p>
            <a:r>
              <a:rPr lang="en-US" dirty="0"/>
              <a:t>Web Standards</a:t>
            </a:r>
          </a:p>
        </p:txBody>
      </p:sp>
      <p:sp>
        <p:nvSpPr>
          <p:cNvPr id="3" name="Content Placeholder 2">
            <a:extLst>
              <a:ext uri="{FF2B5EF4-FFF2-40B4-BE49-F238E27FC236}">
                <a16:creationId xmlns="" xmlns:a16="http://schemas.microsoft.com/office/drawing/2014/main" id="{E0394656-4498-C118-2785-BAE758763A11}"/>
              </a:ext>
            </a:extLst>
          </p:cNvPr>
          <p:cNvSpPr>
            <a:spLocks noGrp="1"/>
          </p:cNvSpPr>
          <p:nvPr>
            <p:ph idx="1"/>
          </p:nvPr>
        </p:nvSpPr>
        <p:spPr/>
        <p:txBody>
          <a:bodyPr/>
          <a:lstStyle/>
          <a:p>
            <a:pPr marL="0" indent="0">
              <a:buNone/>
            </a:pPr>
            <a:r>
              <a:rPr lang="en-US" dirty="0"/>
              <a:t>Web standards are official rules and technical guidelines created by international organizations to ensure websites and apps work the same way across all browsers and devices</a:t>
            </a:r>
          </a:p>
          <a:p>
            <a:endParaRPr lang="en-US" dirty="0"/>
          </a:p>
          <a:p>
            <a:r>
              <a:rPr lang="en-AU" i="1" dirty="0"/>
              <a:t>W3C</a:t>
            </a:r>
          </a:p>
          <a:p>
            <a:r>
              <a:rPr lang="en-AU" i="1" dirty="0"/>
              <a:t>WHATWG</a:t>
            </a:r>
          </a:p>
          <a:p>
            <a:r>
              <a:rPr lang="en-AU" i="1" dirty="0"/>
              <a:t>ECMA</a:t>
            </a:r>
          </a:p>
          <a:p>
            <a:r>
              <a:rPr lang="en-AU" i="1" dirty="0"/>
              <a:t>IETF</a:t>
            </a:r>
            <a:endParaRPr lang="en-US" dirty="0"/>
          </a:p>
        </p:txBody>
      </p:sp>
      <p:sp>
        <p:nvSpPr>
          <p:cNvPr id="4" name="Footer Placeholder 3">
            <a:extLst>
              <a:ext uri="{FF2B5EF4-FFF2-40B4-BE49-F238E27FC236}">
                <a16:creationId xmlns="" xmlns:a16="http://schemas.microsoft.com/office/drawing/2014/main" id="{CF7581E7-FB56-853F-6567-E66745F0D59D}"/>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F6AB9A4F-2643-F316-A75A-32764F7E5C99}"/>
              </a:ext>
            </a:extLst>
          </p:cNvPr>
          <p:cNvSpPr>
            <a:spLocks noGrp="1"/>
          </p:cNvSpPr>
          <p:nvPr>
            <p:ph type="sldNum" sz="quarter" idx="12"/>
          </p:nvPr>
        </p:nvSpPr>
        <p:spPr/>
        <p:txBody>
          <a:bodyPr/>
          <a:lstStyle/>
          <a:p>
            <a:fld id="{EA01E00C-350D-493E-B140-69306DC35D1C}" type="slidenum">
              <a:rPr lang="en-US" smtClean="0"/>
              <a:pPr/>
              <a:t>17</a:t>
            </a:fld>
            <a:endParaRPr lang="en-US"/>
          </a:p>
        </p:txBody>
      </p:sp>
    </p:spTree>
    <p:extLst>
      <p:ext uri="{BB962C8B-B14F-4D97-AF65-F5344CB8AC3E}">
        <p14:creationId xmlns:p14="http://schemas.microsoft.com/office/powerpoint/2010/main" val="30596174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9F6B6B-455E-C24C-5A45-F1E181D71DB4}"/>
              </a:ext>
            </a:extLst>
          </p:cNvPr>
          <p:cNvSpPr>
            <a:spLocks noGrp="1"/>
          </p:cNvSpPr>
          <p:nvPr>
            <p:ph idx="1"/>
          </p:nvPr>
        </p:nvSpPr>
        <p:spPr>
          <a:xfrm>
            <a:off x="2589888" y="2133600"/>
            <a:ext cx="8789313" cy="3763108"/>
          </a:xfrm>
        </p:spPr>
        <p:txBody>
          <a:bodyPr>
            <a:normAutofit/>
          </a:bodyPr>
          <a:lstStyle/>
          <a:p>
            <a:pPr algn="just"/>
            <a:r>
              <a:rPr lang="en-AU" b="1" dirty="0"/>
              <a:t>World Wide Web Consortium (W3C)</a:t>
            </a:r>
          </a:p>
          <a:p>
            <a:pPr lvl="1" algn="just"/>
            <a:r>
              <a:rPr lang="en-US" dirty="0"/>
              <a:t>Founded by Tim Berners-Lee, the W3C creates core standards like CSS, SVG, and web accessibility guidelines. The World Wide Web Consortium (W3C) is an international community that develops standards and guidelines for the web</a:t>
            </a:r>
          </a:p>
          <a:p>
            <a:pPr marL="457200" lvl="1" indent="0" algn="just">
              <a:buNone/>
            </a:pPr>
            <a:endParaRPr lang="en-US" dirty="0"/>
          </a:p>
          <a:p>
            <a:pPr algn="just"/>
            <a:r>
              <a:rPr lang="en-US" b="1" dirty="0">
                <a:solidFill>
                  <a:schemeClr val="tx1"/>
                </a:solidFill>
              </a:rPr>
              <a:t>Web Hypertext Application Technology Working Group (WHATWG)</a:t>
            </a:r>
            <a:r>
              <a:rPr lang="en-US" b="1" dirty="0"/>
              <a:t>:</a:t>
            </a:r>
          </a:p>
          <a:p>
            <a:pPr lvl="1" algn="just"/>
            <a:r>
              <a:rPr lang="en-US" dirty="0"/>
              <a:t> Formed by major browser vendors (Apple, Mozilla, Google, Microsoft), it maintains the ever-evolving HTML and DOM Living Standards. WHATWG maintains the HTML Living Standard, which describes exactly how HTML (all the HTML elements, their associated APIs, and other surrounding technologies) should be implemented.</a:t>
            </a:r>
          </a:p>
        </p:txBody>
      </p:sp>
      <p:sp>
        <p:nvSpPr>
          <p:cNvPr id="4" name="Footer Placeholder 3">
            <a:extLst>
              <a:ext uri="{FF2B5EF4-FFF2-40B4-BE49-F238E27FC236}">
                <a16:creationId xmlns="" xmlns:a16="http://schemas.microsoft.com/office/drawing/2014/main" id="{228F3CEA-8E6A-1923-09CC-040C2B36E4C3}"/>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Title 1">
            <a:extLst>
              <a:ext uri="{FF2B5EF4-FFF2-40B4-BE49-F238E27FC236}">
                <a16:creationId xmlns="" xmlns:a16="http://schemas.microsoft.com/office/drawing/2014/main" id="{C55321EA-7A92-A360-C5D2-0EA32CA92EBC}"/>
              </a:ext>
            </a:extLst>
          </p:cNvPr>
          <p:cNvSpPr txBox="1">
            <a:spLocks/>
          </p:cNvSpPr>
          <p:nvPr/>
        </p:nvSpPr>
        <p:spPr>
          <a:xfrm>
            <a:off x="2746002" y="776510"/>
            <a:ext cx="87855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Web Standards </a:t>
            </a:r>
            <a:r>
              <a:rPr lang="en-US" sz="1600" dirty="0"/>
              <a:t>(cont.)</a:t>
            </a:r>
            <a:endParaRPr lang="en-US" dirty="0"/>
          </a:p>
        </p:txBody>
      </p:sp>
      <p:sp>
        <p:nvSpPr>
          <p:cNvPr id="2" name="Slide Number Placeholder 1">
            <a:extLst>
              <a:ext uri="{FF2B5EF4-FFF2-40B4-BE49-F238E27FC236}">
                <a16:creationId xmlns="" xmlns:a16="http://schemas.microsoft.com/office/drawing/2014/main" id="{61B24811-219C-5A83-174B-639EDBA296C6}"/>
              </a:ext>
            </a:extLst>
          </p:cNvPr>
          <p:cNvSpPr>
            <a:spLocks noGrp="1"/>
          </p:cNvSpPr>
          <p:nvPr>
            <p:ph type="sldNum" sz="quarter" idx="12"/>
          </p:nvPr>
        </p:nvSpPr>
        <p:spPr/>
        <p:txBody>
          <a:bodyPr/>
          <a:lstStyle/>
          <a:p>
            <a:fld id="{EA01E00C-350D-493E-B140-69306DC35D1C}" type="slidenum">
              <a:rPr lang="en-US" smtClean="0"/>
              <a:pPr/>
              <a:t>18</a:t>
            </a:fld>
            <a:endParaRPr lang="en-US"/>
          </a:p>
        </p:txBody>
      </p:sp>
    </p:spTree>
    <p:extLst>
      <p:ext uri="{BB962C8B-B14F-4D97-AF65-F5344CB8AC3E}">
        <p14:creationId xmlns:p14="http://schemas.microsoft.com/office/powerpoint/2010/main" val="1349526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CCC931E-7F4C-DBEF-5F44-56D781DFFCE3}"/>
              </a:ext>
            </a:extLst>
          </p:cNvPr>
          <p:cNvSpPr>
            <a:spLocks noGrp="1"/>
          </p:cNvSpPr>
          <p:nvPr>
            <p:ph idx="1"/>
          </p:nvPr>
        </p:nvSpPr>
        <p:spPr/>
        <p:txBody>
          <a:bodyPr/>
          <a:lstStyle/>
          <a:p>
            <a:r>
              <a:rPr lang="en-AU" b="1" dirty="0"/>
              <a:t>ECMA</a:t>
            </a:r>
          </a:p>
          <a:p>
            <a:pPr lvl="1"/>
            <a:r>
              <a:rPr lang="en-US" dirty="0"/>
              <a:t>This organization standardizes information and communication systems, most notably publishing the ECMAScript specification that powers JavaScript. TC39 and ECMA specify and publish the standard for ECMAScript, which modern JavaScript is based on.</a:t>
            </a:r>
            <a:endParaRPr lang="en-AU" i="1" dirty="0"/>
          </a:p>
          <a:p>
            <a:r>
              <a:rPr lang="en-AU" b="1" dirty="0"/>
              <a:t>IETF</a:t>
            </a:r>
          </a:p>
          <a:p>
            <a:pPr lvl="1"/>
            <a:r>
              <a:rPr lang="en-US" dirty="0"/>
              <a:t>A global open community of network designers and operators that defines core internet protocols like HTTP, TCP, and URIs. IETF (Internet Engineering Task Force): Internet standards (STD), which, among other things, govern the setup and use of URIs, HTTP, and MIME.</a:t>
            </a:r>
          </a:p>
          <a:p>
            <a:endParaRPr lang="en-US" dirty="0"/>
          </a:p>
        </p:txBody>
      </p:sp>
      <p:sp>
        <p:nvSpPr>
          <p:cNvPr id="4" name="Footer Placeholder 3">
            <a:extLst>
              <a:ext uri="{FF2B5EF4-FFF2-40B4-BE49-F238E27FC236}">
                <a16:creationId xmlns="" xmlns:a16="http://schemas.microsoft.com/office/drawing/2014/main" id="{E3CDAA98-428F-BB29-D79E-0E35CA3AF1BF}"/>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6" name="Title 1">
            <a:extLst>
              <a:ext uri="{FF2B5EF4-FFF2-40B4-BE49-F238E27FC236}">
                <a16:creationId xmlns="" xmlns:a16="http://schemas.microsoft.com/office/drawing/2014/main" id="{40DB4C50-B8FD-2E89-EE82-1E54EDD729E5}"/>
              </a:ext>
            </a:extLst>
          </p:cNvPr>
          <p:cNvSpPr txBox="1">
            <a:spLocks/>
          </p:cNvSpPr>
          <p:nvPr/>
        </p:nvSpPr>
        <p:spPr>
          <a:xfrm>
            <a:off x="2746002" y="776510"/>
            <a:ext cx="87855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Web Standards </a:t>
            </a:r>
            <a:r>
              <a:rPr lang="en-US" sz="1600" dirty="0"/>
              <a:t>(cont.)</a:t>
            </a:r>
            <a:endParaRPr lang="en-US" dirty="0"/>
          </a:p>
        </p:txBody>
      </p:sp>
      <p:sp>
        <p:nvSpPr>
          <p:cNvPr id="2" name="Slide Number Placeholder 1">
            <a:extLst>
              <a:ext uri="{FF2B5EF4-FFF2-40B4-BE49-F238E27FC236}">
                <a16:creationId xmlns="" xmlns:a16="http://schemas.microsoft.com/office/drawing/2014/main" id="{409534BB-D4C3-FCEF-A4EE-1F8438B66B00}"/>
              </a:ext>
            </a:extLst>
          </p:cNvPr>
          <p:cNvSpPr>
            <a:spLocks noGrp="1"/>
          </p:cNvSpPr>
          <p:nvPr>
            <p:ph type="sldNum" sz="quarter" idx="12"/>
          </p:nvPr>
        </p:nvSpPr>
        <p:spPr/>
        <p:txBody>
          <a:bodyPr/>
          <a:lstStyle/>
          <a:p>
            <a:fld id="{EA01E00C-350D-493E-B140-69306DC35D1C}" type="slidenum">
              <a:rPr lang="en-US" smtClean="0"/>
              <a:pPr/>
              <a:t>19</a:t>
            </a:fld>
            <a:endParaRPr lang="en-US"/>
          </a:p>
        </p:txBody>
      </p:sp>
    </p:spTree>
    <p:extLst>
      <p:ext uri="{BB962C8B-B14F-4D97-AF65-F5344CB8AC3E}">
        <p14:creationId xmlns:p14="http://schemas.microsoft.com/office/powerpoint/2010/main" val="17687594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BBE804-7720-BD41-5662-5CDBAF94764C}"/>
              </a:ext>
            </a:extLst>
          </p:cNvPr>
          <p:cNvSpPr>
            <a:spLocks noGrp="1"/>
          </p:cNvSpPr>
          <p:nvPr>
            <p:ph type="title"/>
          </p:nvPr>
        </p:nvSpPr>
        <p:spPr/>
        <p:txBody>
          <a:bodyPr/>
          <a:lstStyle/>
          <a:p>
            <a:r>
              <a:rPr lang="en-US" dirty="0"/>
              <a:t>Web Application Types</a:t>
            </a:r>
          </a:p>
        </p:txBody>
      </p:sp>
      <p:sp>
        <p:nvSpPr>
          <p:cNvPr id="3" name="Content Placeholder 2">
            <a:extLst>
              <a:ext uri="{FF2B5EF4-FFF2-40B4-BE49-F238E27FC236}">
                <a16:creationId xmlns="" xmlns:a16="http://schemas.microsoft.com/office/drawing/2014/main" id="{305E0F55-1E35-AF98-F326-F22874105E5A}"/>
              </a:ext>
            </a:extLst>
          </p:cNvPr>
          <p:cNvSpPr>
            <a:spLocks noGrp="1"/>
          </p:cNvSpPr>
          <p:nvPr>
            <p:ph idx="1"/>
          </p:nvPr>
        </p:nvSpPr>
        <p:spPr/>
        <p:txBody>
          <a:bodyPr/>
          <a:lstStyle/>
          <a:p>
            <a:r>
              <a:rPr lang="en-AU" dirty="0"/>
              <a:t>Static</a:t>
            </a:r>
          </a:p>
          <a:p>
            <a:r>
              <a:rPr lang="en-AU" dirty="0"/>
              <a:t>Dynamic</a:t>
            </a:r>
          </a:p>
          <a:p>
            <a:r>
              <a:rPr lang="en-AU" dirty="0"/>
              <a:t>MPA</a:t>
            </a:r>
          </a:p>
          <a:p>
            <a:r>
              <a:rPr lang="en-AU" dirty="0"/>
              <a:t>SPA</a:t>
            </a:r>
          </a:p>
          <a:p>
            <a:r>
              <a:rPr lang="en-AU" dirty="0"/>
              <a:t>PWA</a:t>
            </a:r>
            <a:endParaRPr lang="en-US" dirty="0"/>
          </a:p>
        </p:txBody>
      </p:sp>
      <p:sp>
        <p:nvSpPr>
          <p:cNvPr id="4" name="Footer Placeholder 3">
            <a:extLst>
              <a:ext uri="{FF2B5EF4-FFF2-40B4-BE49-F238E27FC236}">
                <a16:creationId xmlns="" xmlns:a16="http://schemas.microsoft.com/office/drawing/2014/main" id="{834845A1-DE5A-E929-BC3D-428D9EDF9453}"/>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29938E67-5260-1B6A-6E7B-977583712CF9}"/>
              </a:ext>
            </a:extLst>
          </p:cNvPr>
          <p:cNvSpPr>
            <a:spLocks noGrp="1"/>
          </p:cNvSpPr>
          <p:nvPr>
            <p:ph type="sldNum" sz="quarter" idx="12"/>
          </p:nvPr>
        </p:nvSpPr>
        <p:spPr/>
        <p:txBody>
          <a:bodyPr/>
          <a:lstStyle/>
          <a:p>
            <a:fld id="{EA01E00C-350D-493E-B140-69306DC35D1C}" type="slidenum">
              <a:rPr lang="en-US" smtClean="0"/>
              <a:pPr/>
              <a:t>20</a:t>
            </a:fld>
            <a:endParaRPr lang="en-US"/>
          </a:p>
        </p:txBody>
      </p:sp>
    </p:spTree>
    <p:extLst>
      <p:ext uri="{BB962C8B-B14F-4D97-AF65-F5344CB8AC3E}">
        <p14:creationId xmlns:p14="http://schemas.microsoft.com/office/powerpoint/2010/main" val="3611838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2C801A-D3C8-FB8D-C50D-2178AE906151}"/>
              </a:ext>
            </a:extLst>
          </p:cNvPr>
          <p:cNvSpPr>
            <a:spLocks noGrp="1"/>
          </p:cNvSpPr>
          <p:nvPr>
            <p:ph type="title"/>
          </p:nvPr>
        </p:nvSpPr>
        <p:spPr/>
        <p:txBody>
          <a:bodyPr/>
          <a:lstStyle/>
          <a:p>
            <a:r>
              <a:rPr lang="en-US" dirty="0"/>
              <a:t>Static Web Applications</a:t>
            </a:r>
          </a:p>
        </p:txBody>
      </p:sp>
      <p:sp>
        <p:nvSpPr>
          <p:cNvPr id="3" name="Content Placeholder 2">
            <a:extLst>
              <a:ext uri="{FF2B5EF4-FFF2-40B4-BE49-F238E27FC236}">
                <a16:creationId xmlns="" xmlns:a16="http://schemas.microsoft.com/office/drawing/2014/main" id="{97178FB6-155E-5010-DAC4-4B73D0715ADE}"/>
              </a:ext>
            </a:extLst>
          </p:cNvPr>
          <p:cNvSpPr>
            <a:spLocks noGrp="1"/>
          </p:cNvSpPr>
          <p:nvPr>
            <p:ph idx="1"/>
          </p:nvPr>
        </p:nvSpPr>
        <p:spPr/>
        <p:txBody>
          <a:bodyPr/>
          <a:lstStyle/>
          <a:p>
            <a:r>
              <a:rPr lang="en-US" b="1" dirty="0"/>
              <a:t>Static Applications</a:t>
            </a:r>
          </a:p>
          <a:p>
            <a:r>
              <a:rPr lang="en-US" dirty="0"/>
              <a:t>Static applications consist of pre-built HTML, CSS, and JavaScript files stored on a server. Every user receives the exact same files.</a:t>
            </a:r>
          </a:p>
          <a:p>
            <a:pPr lvl="0"/>
            <a:r>
              <a:rPr lang="en-US" b="1" dirty="0"/>
              <a:t>How it works:</a:t>
            </a:r>
            <a:r>
              <a:rPr lang="en-US" dirty="0"/>
              <a:t> When a user requests a page, the server instantly sends the already-created file without doing any processing.</a:t>
            </a:r>
          </a:p>
          <a:p>
            <a:pPr lvl="0"/>
            <a:r>
              <a:rPr lang="en-US" b="1" dirty="0"/>
              <a:t>Pros:</a:t>
            </a:r>
            <a:r>
              <a:rPr lang="en-US" dirty="0"/>
              <a:t> Extremely fast, highly secure, cheap to host.</a:t>
            </a:r>
          </a:p>
          <a:p>
            <a:pPr lvl="0"/>
            <a:r>
              <a:rPr lang="en-US" b="1" dirty="0"/>
              <a:t>Cons:</a:t>
            </a:r>
            <a:r>
              <a:rPr lang="en-US" dirty="0"/>
              <a:t> Hard to update in real-time; cannot handle user accounts or personalized content without external APIs.</a:t>
            </a:r>
          </a:p>
          <a:p>
            <a:pPr lvl="0"/>
            <a:r>
              <a:rPr lang="en-US" b="1" dirty="0"/>
              <a:t>Ideal for:</a:t>
            </a:r>
            <a:r>
              <a:rPr lang="en-US" dirty="0"/>
              <a:t> Portfolios, documentation, landing pages, and company brochures.</a:t>
            </a:r>
          </a:p>
          <a:p>
            <a:endParaRPr lang="en-US" dirty="0"/>
          </a:p>
        </p:txBody>
      </p:sp>
      <p:sp>
        <p:nvSpPr>
          <p:cNvPr id="4" name="Footer Placeholder 3">
            <a:extLst>
              <a:ext uri="{FF2B5EF4-FFF2-40B4-BE49-F238E27FC236}">
                <a16:creationId xmlns="" xmlns:a16="http://schemas.microsoft.com/office/drawing/2014/main" id="{B6245F1D-DE51-C28B-C078-8CA4877198CF}"/>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pic>
        <p:nvPicPr>
          <p:cNvPr id="5" name="Picture 4" descr="static-portfolio · GitHub Topics · GitHub">
            <a:extLst>
              <a:ext uri="{FF2B5EF4-FFF2-40B4-BE49-F238E27FC236}">
                <a16:creationId xmlns="" xmlns:a16="http://schemas.microsoft.com/office/drawing/2014/main" id="{DF654FA1-A6CC-3790-967F-A3253C665915}"/>
              </a:ext>
            </a:extLst>
          </p:cNvPr>
          <p:cNvPicPr>
            <a:picLocks noChangeAspect="1"/>
          </p:cNvPicPr>
          <p:nvPr/>
        </p:nvPicPr>
        <p:blipFill>
          <a:blip r:embed="rId2"/>
          <a:stretch>
            <a:fillRect/>
          </a:stretch>
        </p:blipFill>
        <p:spPr>
          <a:xfrm>
            <a:off x="1274521" y="1220731"/>
            <a:ext cx="10447215" cy="4802785"/>
          </a:xfrm>
          <a:prstGeom prst="rect">
            <a:avLst/>
          </a:prstGeom>
        </p:spPr>
      </p:pic>
      <p:sp>
        <p:nvSpPr>
          <p:cNvPr id="6" name="Slide Number Placeholder 5">
            <a:extLst>
              <a:ext uri="{FF2B5EF4-FFF2-40B4-BE49-F238E27FC236}">
                <a16:creationId xmlns="" xmlns:a16="http://schemas.microsoft.com/office/drawing/2014/main" id="{F50A66B4-0641-17EA-8757-D59A8146E5DB}"/>
              </a:ext>
            </a:extLst>
          </p:cNvPr>
          <p:cNvSpPr>
            <a:spLocks noGrp="1"/>
          </p:cNvSpPr>
          <p:nvPr>
            <p:ph type="sldNum" sz="quarter" idx="12"/>
          </p:nvPr>
        </p:nvSpPr>
        <p:spPr/>
        <p:txBody>
          <a:bodyPr/>
          <a:lstStyle/>
          <a:p>
            <a:fld id="{EA01E00C-350D-493E-B140-69306DC35D1C}" type="slidenum">
              <a:rPr lang="en-US" smtClean="0"/>
              <a:pPr/>
              <a:t>21</a:t>
            </a:fld>
            <a:endParaRPr lang="en-US"/>
          </a:p>
        </p:txBody>
      </p:sp>
    </p:spTree>
    <p:extLst>
      <p:ext uri="{BB962C8B-B14F-4D97-AF65-F5344CB8AC3E}">
        <p14:creationId xmlns:p14="http://schemas.microsoft.com/office/powerpoint/2010/main" val="3819377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 xmlns:a16="http://schemas.microsoft.com/office/drawing/2014/main" id="{E491B121-12B5-4977-A064-636AB0B9B0B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23FB316B-E26D-B44E-ECB2-80AF501B4B90}"/>
              </a:ext>
            </a:extLst>
          </p:cNvPr>
          <p:cNvSpPr>
            <a:spLocks noGrp="1"/>
          </p:cNvSpPr>
          <p:nvPr>
            <p:ph type="title"/>
          </p:nvPr>
        </p:nvSpPr>
        <p:spPr>
          <a:xfrm>
            <a:off x="649224" y="645106"/>
            <a:ext cx="6574536" cy="1259894"/>
          </a:xfrm>
        </p:spPr>
        <p:txBody>
          <a:bodyPr>
            <a:normAutofit/>
          </a:bodyPr>
          <a:lstStyle/>
          <a:p>
            <a:r>
              <a:rPr lang="en-AU" dirty="0"/>
              <a:t>Dynamic Web Application</a:t>
            </a:r>
            <a:endParaRPr lang="en-US" dirty="0"/>
          </a:p>
        </p:txBody>
      </p:sp>
      <p:sp>
        <p:nvSpPr>
          <p:cNvPr id="17" name="Rectangle 16">
            <a:extLst>
              <a:ext uri="{FF2B5EF4-FFF2-40B4-BE49-F238E27FC236}">
                <a16:creationId xmlns="" xmlns:a16="http://schemas.microsoft.com/office/drawing/2014/main" id="{2ED05F70-AB3E-4472-B26B-EFE6A5A59BC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 xmlns:a16="http://schemas.microsoft.com/office/drawing/2014/main" id="{DE4D674B-E874-CDA5-F924-788A6B561804}"/>
              </a:ext>
            </a:extLst>
          </p:cNvPr>
          <p:cNvSpPr>
            <a:spLocks noGrp="1"/>
          </p:cNvSpPr>
          <p:nvPr>
            <p:ph idx="1"/>
          </p:nvPr>
        </p:nvSpPr>
        <p:spPr>
          <a:xfrm>
            <a:off x="649224" y="2133600"/>
            <a:ext cx="6574535" cy="3759253"/>
          </a:xfrm>
        </p:spPr>
        <p:txBody>
          <a:bodyPr>
            <a:normAutofit/>
          </a:bodyPr>
          <a:lstStyle/>
          <a:p>
            <a:pPr algn="just"/>
            <a:r>
              <a:rPr lang="en-US" dirty="0"/>
              <a:t>Dynamic applications generate content in real-time on the server before sending it to the user's browser.</a:t>
            </a:r>
          </a:p>
          <a:p>
            <a:pPr lvl="0" algn="just"/>
            <a:r>
              <a:rPr lang="en-US" b="1" dirty="0"/>
              <a:t>How it works:</a:t>
            </a:r>
            <a:r>
              <a:rPr lang="en-US" dirty="0"/>
              <a:t> When a user visits a page, the server fetches data from a database, pieces it together with an HTML template, and delivers the custom page.</a:t>
            </a:r>
          </a:p>
          <a:p>
            <a:pPr lvl="0" algn="just"/>
            <a:r>
              <a:rPr lang="en-US" b="1" dirty="0"/>
              <a:t>Pros:</a:t>
            </a:r>
            <a:r>
              <a:rPr lang="en-US" dirty="0"/>
              <a:t> Allows for personalized content, user logins, and real-time data updates.</a:t>
            </a:r>
          </a:p>
          <a:p>
            <a:pPr lvl="0" algn="just"/>
            <a:r>
              <a:rPr lang="en-US" b="1" dirty="0"/>
              <a:t>Cons:</a:t>
            </a:r>
            <a:r>
              <a:rPr lang="en-US" dirty="0"/>
              <a:t> Slower loading times due to server processing; complex to build and scale.</a:t>
            </a:r>
          </a:p>
          <a:p>
            <a:pPr lvl="0" algn="just"/>
            <a:r>
              <a:rPr lang="en-US" b="1" dirty="0"/>
              <a:t>Ideal for:</a:t>
            </a:r>
            <a:r>
              <a:rPr lang="en-US" dirty="0"/>
              <a:t> E-commerce sites, banking portals, and content management systems (like WordPress).</a:t>
            </a:r>
          </a:p>
          <a:p>
            <a:pPr algn="just"/>
            <a:endParaRPr lang="en-US" dirty="0"/>
          </a:p>
        </p:txBody>
      </p:sp>
      <p:pic>
        <p:nvPicPr>
          <p:cNvPr id="5" name="Picture 4" descr="Dost App | Digital Banking | Mobilink Microfinance Bank - Pakistan's  Largest Digital Bank">
            <a:extLst>
              <a:ext uri="{FF2B5EF4-FFF2-40B4-BE49-F238E27FC236}">
                <a16:creationId xmlns="" xmlns:a16="http://schemas.microsoft.com/office/drawing/2014/main" id="{3A6DFC2D-749C-49BA-81D2-EC74DEB1EF99}"/>
              </a:ext>
            </a:extLst>
          </p:cNvPr>
          <p:cNvPicPr>
            <a:picLocks noChangeAspect="1"/>
          </p:cNvPicPr>
          <p:nvPr/>
        </p:nvPicPr>
        <p:blipFill>
          <a:blip r:embed="rId3"/>
          <a:stretch>
            <a:fillRect/>
          </a:stretch>
        </p:blipFill>
        <p:spPr>
          <a:xfrm>
            <a:off x="7923828" y="1335461"/>
            <a:ext cx="3981455" cy="4725762"/>
          </a:xfrm>
          <a:prstGeom prst="rect">
            <a:avLst/>
          </a:prstGeom>
        </p:spPr>
      </p:pic>
      <p:sp>
        <p:nvSpPr>
          <p:cNvPr id="18" name="Freeform 11">
            <a:extLst>
              <a:ext uri="{FF2B5EF4-FFF2-40B4-BE49-F238E27FC236}">
                <a16:creationId xmlns="" xmlns:a16="http://schemas.microsoft.com/office/drawing/2014/main" id="{21F6BE39-9E37-45F0-B10C-92305CFB7C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 xmlns:a16="http://schemas.microsoft.com/office/drawing/2014/main" id="{7C2A2AFD-8509-1213-DC36-6DF20B765B05}"/>
              </a:ext>
            </a:extLst>
          </p:cNvPr>
          <p:cNvSpPr>
            <a:spLocks noGrp="1"/>
          </p:cNvSpPr>
          <p:nvPr>
            <p:ph type="ftr" sz="quarter" idx="11"/>
          </p:nvPr>
        </p:nvSpPr>
        <p:spPr>
          <a:xfrm>
            <a:off x="1220916" y="6135808"/>
            <a:ext cx="7619999" cy="365125"/>
          </a:xfrm>
        </p:spPr>
        <p:txBody>
          <a:bodyPr>
            <a:normAutofit/>
          </a:bodyPr>
          <a:lstStyle/>
          <a:p>
            <a:pPr>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A63A57B1-BB05-1E31-2D0B-DB32876201C2}"/>
              </a:ext>
            </a:extLst>
          </p:cNvPr>
          <p:cNvSpPr>
            <a:spLocks noGrp="1"/>
          </p:cNvSpPr>
          <p:nvPr>
            <p:ph type="sldNum" sz="quarter" idx="12"/>
          </p:nvPr>
        </p:nvSpPr>
        <p:spPr>
          <a:xfrm>
            <a:off x="91440" y="6121453"/>
            <a:ext cx="779971" cy="365125"/>
          </a:xfrm>
        </p:spPr>
        <p:txBody>
          <a:bodyPr/>
          <a:lstStyle/>
          <a:p>
            <a:fld id="{EA01E00C-350D-493E-B140-69306DC35D1C}" type="slidenum">
              <a:rPr lang="en-US" smtClean="0"/>
              <a:pPr/>
              <a:t>22</a:t>
            </a:fld>
            <a:endParaRPr lang="en-US" dirty="0"/>
          </a:p>
        </p:txBody>
      </p:sp>
    </p:spTree>
    <p:extLst>
      <p:ext uri="{BB962C8B-B14F-4D97-AF65-F5344CB8AC3E}">
        <p14:creationId xmlns:p14="http://schemas.microsoft.com/office/powerpoint/2010/main" val="3467924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1EDD21E1-BAF0-4314-AB31-82ECB8AC9E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3954230-B95C-69E2-9BAE-4DAA0EF559DE}"/>
              </a:ext>
            </a:extLst>
          </p:cNvPr>
          <p:cNvSpPr>
            <a:spLocks noGrp="1"/>
          </p:cNvSpPr>
          <p:nvPr>
            <p:ph type="title"/>
          </p:nvPr>
        </p:nvSpPr>
        <p:spPr>
          <a:xfrm>
            <a:off x="649224" y="645106"/>
            <a:ext cx="5122652" cy="1259894"/>
          </a:xfrm>
        </p:spPr>
        <p:txBody>
          <a:bodyPr>
            <a:normAutofit/>
          </a:bodyPr>
          <a:lstStyle/>
          <a:p>
            <a:r>
              <a:rPr lang="en-US" dirty="0"/>
              <a:t>Multi-page Application (MPA)</a:t>
            </a:r>
          </a:p>
        </p:txBody>
      </p:sp>
      <p:sp>
        <p:nvSpPr>
          <p:cNvPr id="12" name="Rectangle 11">
            <a:extLst>
              <a:ext uri="{FF2B5EF4-FFF2-40B4-BE49-F238E27FC236}">
                <a16:creationId xmlns="" xmlns:a16="http://schemas.microsoft.com/office/drawing/2014/main" id="{FDC8619C-F25D-468E-95FA-2A2151D7DD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 xmlns:a16="http://schemas.microsoft.com/office/drawing/2014/main" id="{B20A0042-4C91-1B9B-D8B4-B7E45904549D}"/>
              </a:ext>
            </a:extLst>
          </p:cNvPr>
          <p:cNvSpPr>
            <a:spLocks noGrp="1"/>
          </p:cNvSpPr>
          <p:nvPr>
            <p:ph idx="1"/>
          </p:nvPr>
        </p:nvSpPr>
        <p:spPr>
          <a:xfrm>
            <a:off x="649225" y="2133600"/>
            <a:ext cx="5122652" cy="3759253"/>
          </a:xfrm>
        </p:spPr>
        <p:txBody>
          <a:bodyPr>
            <a:normAutofit/>
          </a:bodyPr>
          <a:lstStyle/>
          <a:p>
            <a:pPr algn="just">
              <a:lnSpc>
                <a:spcPct val="90000"/>
              </a:lnSpc>
            </a:pPr>
            <a:r>
              <a:rPr lang="en-US" sz="1400" dirty="0"/>
              <a:t>An MPA is the traditional web model where the application consists of multiple distinct HTML pages.</a:t>
            </a:r>
          </a:p>
          <a:p>
            <a:pPr lvl="0" algn="just">
              <a:lnSpc>
                <a:spcPct val="90000"/>
              </a:lnSpc>
            </a:pPr>
            <a:r>
              <a:rPr lang="en-US" sz="1400" b="1" dirty="0"/>
              <a:t>How it works:</a:t>
            </a:r>
            <a:r>
              <a:rPr lang="en-US" sz="1400" dirty="0"/>
              <a:t> Every time a user clicks a link, the browser requests a completely new page from the server, causing the entire screen to refresh or "blink."</a:t>
            </a:r>
          </a:p>
          <a:p>
            <a:pPr lvl="0" algn="just">
              <a:lnSpc>
                <a:spcPct val="90000"/>
              </a:lnSpc>
            </a:pPr>
            <a:r>
              <a:rPr lang="en-US" sz="1400" b="1" dirty="0"/>
              <a:t>Pros:</a:t>
            </a:r>
            <a:r>
              <a:rPr lang="en-US" sz="1400" dirty="0"/>
              <a:t> Excellent for Search Engine Optimization (SEO) because every page has its own unique URL and pre-rendered content.</a:t>
            </a:r>
          </a:p>
          <a:p>
            <a:pPr lvl="0" algn="just">
              <a:lnSpc>
                <a:spcPct val="90000"/>
              </a:lnSpc>
            </a:pPr>
            <a:r>
              <a:rPr lang="en-US" sz="1400" b="1" dirty="0"/>
              <a:t>Cons:</a:t>
            </a:r>
            <a:r>
              <a:rPr lang="en-US" sz="1400" dirty="0"/>
              <a:t> Poor user experience during navigation due to constant page reloads.</a:t>
            </a:r>
          </a:p>
          <a:p>
            <a:pPr lvl="0" algn="just">
              <a:lnSpc>
                <a:spcPct val="90000"/>
              </a:lnSpc>
            </a:pPr>
            <a:r>
              <a:rPr lang="en-US" sz="1400" b="1" dirty="0"/>
              <a:t>Ideal for:</a:t>
            </a:r>
            <a:r>
              <a:rPr lang="en-US" sz="1400" dirty="0"/>
              <a:t> Large online marketplaces, news portals, and massive directories.</a:t>
            </a:r>
          </a:p>
          <a:p>
            <a:pPr lvl="0" algn="just">
              <a:lnSpc>
                <a:spcPct val="90000"/>
              </a:lnSpc>
            </a:pPr>
            <a:r>
              <a:rPr lang="en-US" sz="1400" b="1" dirty="0"/>
              <a:t>Example: </a:t>
            </a:r>
            <a:r>
              <a:rPr lang="en-US" sz="1400" dirty="0"/>
              <a:t>Amazon, eBay</a:t>
            </a:r>
          </a:p>
          <a:p>
            <a:pPr algn="just">
              <a:lnSpc>
                <a:spcPct val="90000"/>
              </a:lnSpc>
            </a:pPr>
            <a:endParaRPr lang="en-US" sz="1400" dirty="0"/>
          </a:p>
        </p:txBody>
      </p:sp>
      <p:pic>
        <p:nvPicPr>
          <p:cNvPr id="5" name="Picture 4" descr="Single Page Applications (SPA) Vs. Multi-Page Applications (MPA)">
            <a:extLst>
              <a:ext uri="{FF2B5EF4-FFF2-40B4-BE49-F238E27FC236}">
                <a16:creationId xmlns="" xmlns:a16="http://schemas.microsoft.com/office/drawing/2014/main" id="{CBEEF7AC-DF43-064A-0787-740C2F57BF74}"/>
              </a:ext>
            </a:extLst>
          </p:cNvPr>
          <p:cNvPicPr>
            <a:picLocks noChangeAspect="1"/>
          </p:cNvPicPr>
          <p:nvPr/>
        </p:nvPicPr>
        <p:blipFill>
          <a:blip r:embed="rId2"/>
          <a:stretch>
            <a:fillRect/>
          </a:stretch>
        </p:blipFill>
        <p:spPr>
          <a:xfrm>
            <a:off x="6096000" y="1963586"/>
            <a:ext cx="6096000" cy="3261360"/>
          </a:xfrm>
          <a:prstGeom prst="rect">
            <a:avLst/>
          </a:prstGeom>
        </p:spPr>
      </p:pic>
      <p:sp>
        <p:nvSpPr>
          <p:cNvPr id="14" name="Freeform 12">
            <a:extLst>
              <a:ext uri="{FF2B5EF4-FFF2-40B4-BE49-F238E27FC236}">
                <a16:creationId xmlns="" xmlns:a16="http://schemas.microsoft.com/office/drawing/2014/main" id="{7D9439D6-DEAD-4CEB-A61B-BE3D64D1B59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 xmlns:a16="http://schemas.microsoft.com/office/drawing/2014/main" id="{431F2C20-6707-BEA1-CFC2-F7F1CE798FAF}"/>
              </a:ext>
            </a:extLst>
          </p:cNvPr>
          <p:cNvSpPr>
            <a:spLocks noGrp="1"/>
          </p:cNvSpPr>
          <p:nvPr>
            <p:ph type="ftr" sz="quarter" idx="11"/>
          </p:nvPr>
        </p:nvSpPr>
        <p:spPr>
          <a:xfrm>
            <a:off x="1220916" y="6135808"/>
            <a:ext cx="7619999" cy="365125"/>
          </a:xfrm>
        </p:spPr>
        <p:txBody>
          <a:bodyPr>
            <a:normAutofit/>
          </a:bodyPr>
          <a:lstStyle/>
          <a:p>
            <a:pPr>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A371DAE9-C0AC-107B-C39E-9F404E3223A2}"/>
              </a:ext>
            </a:extLst>
          </p:cNvPr>
          <p:cNvSpPr>
            <a:spLocks noGrp="1"/>
          </p:cNvSpPr>
          <p:nvPr>
            <p:ph type="sldNum" sz="quarter" idx="12"/>
          </p:nvPr>
        </p:nvSpPr>
        <p:spPr>
          <a:xfrm>
            <a:off x="19584" y="6135808"/>
            <a:ext cx="779971" cy="365125"/>
          </a:xfrm>
        </p:spPr>
        <p:txBody>
          <a:bodyPr/>
          <a:lstStyle/>
          <a:p>
            <a:fld id="{EA01E00C-350D-493E-B140-69306DC35D1C}" type="slidenum">
              <a:rPr lang="en-US" smtClean="0"/>
              <a:pPr/>
              <a:t>23</a:t>
            </a:fld>
            <a:endParaRPr lang="en-US" dirty="0"/>
          </a:p>
        </p:txBody>
      </p:sp>
    </p:spTree>
    <p:extLst>
      <p:ext uri="{BB962C8B-B14F-4D97-AF65-F5344CB8AC3E}">
        <p14:creationId xmlns:p14="http://schemas.microsoft.com/office/powerpoint/2010/main" val="310899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F4C104D-5F30-4811-9376-566B26E4719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D2EF373F-26F9-B5C5-5AF1-C205B7E8BAD8}"/>
              </a:ext>
            </a:extLst>
          </p:cNvPr>
          <p:cNvSpPr>
            <a:spLocks noGrp="1"/>
          </p:cNvSpPr>
          <p:nvPr>
            <p:ph type="title"/>
          </p:nvPr>
        </p:nvSpPr>
        <p:spPr>
          <a:xfrm>
            <a:off x="649224" y="645106"/>
            <a:ext cx="3650279" cy="1259894"/>
          </a:xfrm>
        </p:spPr>
        <p:txBody>
          <a:bodyPr>
            <a:normAutofit/>
          </a:bodyPr>
          <a:lstStyle/>
          <a:p>
            <a:pPr>
              <a:lnSpc>
                <a:spcPct val="90000"/>
              </a:lnSpc>
            </a:pPr>
            <a:r>
              <a:rPr lang="en-US" sz="3100"/>
              <a:t>Single Page Application (SPA)</a:t>
            </a:r>
          </a:p>
        </p:txBody>
      </p:sp>
      <p:sp>
        <p:nvSpPr>
          <p:cNvPr id="13" name="Rectangle 12">
            <a:extLst>
              <a:ext uri="{FF2B5EF4-FFF2-40B4-BE49-F238E27FC236}">
                <a16:creationId xmlns="" xmlns:a16="http://schemas.microsoft.com/office/drawing/2014/main" id="{0815E34B-5D02-4E01-A936-E8E1C0AB6F1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 xmlns:a16="http://schemas.microsoft.com/office/drawing/2014/main" id="{D9889C66-EC61-746B-769F-C6BD570A041F}"/>
              </a:ext>
            </a:extLst>
          </p:cNvPr>
          <p:cNvSpPr>
            <a:spLocks noGrp="1"/>
          </p:cNvSpPr>
          <p:nvPr>
            <p:ph idx="1"/>
          </p:nvPr>
        </p:nvSpPr>
        <p:spPr>
          <a:xfrm>
            <a:off x="649224" y="2133600"/>
            <a:ext cx="5446775" cy="3759253"/>
          </a:xfrm>
        </p:spPr>
        <p:txBody>
          <a:bodyPr>
            <a:normAutofit/>
          </a:bodyPr>
          <a:lstStyle/>
          <a:p>
            <a:pPr>
              <a:lnSpc>
                <a:spcPct val="90000"/>
              </a:lnSpc>
            </a:pPr>
            <a:r>
              <a:rPr lang="en-US" sz="1400" dirty="0"/>
              <a:t>An SPA interacts with the user by dynamically rewriting the current web page rather than loading entire new pages from a server.</a:t>
            </a:r>
          </a:p>
          <a:p>
            <a:pPr lvl="0">
              <a:lnSpc>
                <a:spcPct val="90000"/>
              </a:lnSpc>
            </a:pPr>
            <a:r>
              <a:rPr lang="en-US" sz="1400" b="1" dirty="0"/>
              <a:t>How it works:</a:t>
            </a:r>
            <a:r>
              <a:rPr lang="en-US" sz="1400" dirty="0"/>
              <a:t> The browser downloads a single HTML file and a massive chunk of JavaScript code on the first visit. As the user clicks around, JavaScript fetches only the necessary data in the background and updates the screen instantly without a full page reload.</a:t>
            </a:r>
          </a:p>
          <a:p>
            <a:pPr lvl="0">
              <a:lnSpc>
                <a:spcPct val="90000"/>
              </a:lnSpc>
            </a:pPr>
            <a:r>
              <a:rPr lang="en-US" sz="1400" b="1" dirty="0"/>
              <a:t>Pros:</a:t>
            </a:r>
            <a:r>
              <a:rPr lang="en-US" sz="1400" dirty="0"/>
              <a:t> Fluid, app-like user experience; feels incredibly fast after the initial load.</a:t>
            </a:r>
          </a:p>
          <a:p>
            <a:pPr lvl="0">
              <a:lnSpc>
                <a:spcPct val="90000"/>
              </a:lnSpc>
            </a:pPr>
            <a:r>
              <a:rPr lang="en-US" sz="1400" b="1" dirty="0"/>
              <a:t>Cons:</a:t>
            </a:r>
            <a:r>
              <a:rPr lang="en-US" sz="1400" dirty="0"/>
              <a:t> Slow first-time load; traditionally more difficult for search engines to index (SEO challenges).</a:t>
            </a:r>
          </a:p>
          <a:p>
            <a:pPr lvl="0">
              <a:lnSpc>
                <a:spcPct val="90000"/>
              </a:lnSpc>
            </a:pPr>
            <a:r>
              <a:rPr lang="en-US" sz="1400" b="1" dirty="0"/>
              <a:t>Ideal for:</a:t>
            </a:r>
            <a:r>
              <a:rPr lang="en-US" sz="1400" dirty="0"/>
              <a:t> Interactive dashboards, social media platforms (like Facebook or X), and email clients (like Gmail).</a:t>
            </a:r>
          </a:p>
          <a:p>
            <a:pPr marL="0" indent="0">
              <a:lnSpc>
                <a:spcPct val="90000"/>
              </a:lnSpc>
              <a:buNone/>
            </a:pPr>
            <a:endParaRPr lang="en-US" sz="900" dirty="0"/>
          </a:p>
        </p:txBody>
      </p:sp>
      <p:pic>
        <p:nvPicPr>
          <p:cNvPr id="5" name="Picture 4" descr="Single Page or Multi-Page Application: Which One is Better?">
            <a:extLst>
              <a:ext uri="{FF2B5EF4-FFF2-40B4-BE49-F238E27FC236}">
                <a16:creationId xmlns="" xmlns:a16="http://schemas.microsoft.com/office/drawing/2014/main" id="{20A93B93-A778-077C-F812-40862D5BBFB1}"/>
              </a:ext>
            </a:extLst>
          </p:cNvPr>
          <p:cNvPicPr>
            <a:picLocks noChangeAspect="1"/>
          </p:cNvPicPr>
          <p:nvPr/>
        </p:nvPicPr>
        <p:blipFill>
          <a:blip r:embed="rId3"/>
          <a:stretch>
            <a:fillRect/>
          </a:stretch>
        </p:blipFill>
        <p:spPr>
          <a:xfrm>
            <a:off x="6184930" y="2176305"/>
            <a:ext cx="5780076" cy="3150141"/>
          </a:xfrm>
          <a:prstGeom prst="rect">
            <a:avLst/>
          </a:prstGeom>
        </p:spPr>
      </p:pic>
      <p:sp>
        <p:nvSpPr>
          <p:cNvPr id="15" name="Freeform 11">
            <a:extLst>
              <a:ext uri="{FF2B5EF4-FFF2-40B4-BE49-F238E27FC236}">
                <a16:creationId xmlns="" xmlns:a16="http://schemas.microsoft.com/office/drawing/2014/main" id="{7DE3414B-B032-4710-A468-D3285E38C5F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 xmlns:a16="http://schemas.microsoft.com/office/drawing/2014/main" id="{C9D75CF7-190F-2349-E133-8CD7A04DEF05}"/>
              </a:ext>
            </a:extLst>
          </p:cNvPr>
          <p:cNvSpPr>
            <a:spLocks noGrp="1"/>
          </p:cNvSpPr>
          <p:nvPr>
            <p:ph type="ftr" sz="quarter" idx="11"/>
          </p:nvPr>
        </p:nvSpPr>
        <p:spPr>
          <a:xfrm>
            <a:off x="1220916" y="6135808"/>
            <a:ext cx="7619999" cy="365125"/>
          </a:xfrm>
        </p:spPr>
        <p:txBody>
          <a:bodyPr>
            <a:normAutofit/>
          </a:bodyPr>
          <a:lstStyle/>
          <a:p>
            <a:pPr>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1E64D5D0-0E6A-0F5C-9B44-33325103DB22}"/>
              </a:ext>
            </a:extLst>
          </p:cNvPr>
          <p:cNvSpPr>
            <a:spLocks noGrp="1"/>
          </p:cNvSpPr>
          <p:nvPr>
            <p:ph type="sldNum" sz="quarter" idx="12"/>
          </p:nvPr>
        </p:nvSpPr>
        <p:spPr>
          <a:xfrm>
            <a:off x="101251" y="6121453"/>
            <a:ext cx="779971" cy="365125"/>
          </a:xfrm>
        </p:spPr>
        <p:txBody>
          <a:bodyPr/>
          <a:lstStyle/>
          <a:p>
            <a:fld id="{EA01E00C-350D-493E-B140-69306DC35D1C}" type="slidenum">
              <a:rPr lang="en-US" smtClean="0"/>
              <a:pPr/>
              <a:t>24</a:t>
            </a:fld>
            <a:endParaRPr lang="en-US" dirty="0"/>
          </a:p>
        </p:txBody>
      </p:sp>
    </p:spTree>
    <p:extLst>
      <p:ext uri="{BB962C8B-B14F-4D97-AF65-F5344CB8AC3E}">
        <p14:creationId xmlns:p14="http://schemas.microsoft.com/office/powerpoint/2010/main" val="3529175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444FB7-494E-8CD3-CCE3-D75FA51233CE}"/>
              </a:ext>
            </a:extLst>
          </p:cNvPr>
          <p:cNvSpPr>
            <a:spLocks noGrp="1"/>
          </p:cNvSpPr>
          <p:nvPr>
            <p:ph type="title"/>
          </p:nvPr>
        </p:nvSpPr>
        <p:spPr/>
        <p:txBody>
          <a:bodyPr/>
          <a:lstStyle/>
          <a:p>
            <a:r>
              <a:rPr lang="en-US" dirty="0"/>
              <a:t>Progressive Web Applications (PWA)</a:t>
            </a:r>
          </a:p>
        </p:txBody>
      </p:sp>
      <p:sp>
        <p:nvSpPr>
          <p:cNvPr id="3" name="Content Placeholder 2">
            <a:extLst>
              <a:ext uri="{FF2B5EF4-FFF2-40B4-BE49-F238E27FC236}">
                <a16:creationId xmlns="" xmlns:a16="http://schemas.microsoft.com/office/drawing/2014/main" id="{B16C64EE-36D5-7F2C-78D3-FEC55CA502DB}"/>
              </a:ext>
            </a:extLst>
          </p:cNvPr>
          <p:cNvSpPr>
            <a:spLocks noGrp="1"/>
          </p:cNvSpPr>
          <p:nvPr>
            <p:ph idx="1"/>
          </p:nvPr>
        </p:nvSpPr>
        <p:spPr/>
        <p:txBody>
          <a:bodyPr>
            <a:normAutofit lnSpcReduction="10000"/>
          </a:bodyPr>
          <a:lstStyle/>
          <a:p>
            <a:r>
              <a:rPr lang="en-US" dirty="0"/>
              <a:t>A PWA is a website built with web technologies that behaves like a native mobile app. It is not a replacement for SPAs or MPAs, but rather an enhancement layer built on top of them.</a:t>
            </a:r>
          </a:p>
          <a:p>
            <a:pPr lvl="0"/>
            <a:r>
              <a:rPr lang="en-US" b="1" dirty="0"/>
              <a:t>How it works:</a:t>
            </a:r>
            <a:r>
              <a:rPr lang="en-US" dirty="0"/>
              <a:t> It uses "Service Workers" (scripts running in the background) to cache assets, allowing the site to load instantly and function without an internet connection.</a:t>
            </a:r>
          </a:p>
          <a:p>
            <a:pPr lvl="0"/>
            <a:r>
              <a:rPr lang="en-US" b="1" dirty="0"/>
              <a:t>Pros:</a:t>
            </a:r>
            <a:r>
              <a:rPr lang="en-US" dirty="0"/>
              <a:t> Can be installed on a phone's home screen, works offline, sends push notifications, and bypasses app stores.</a:t>
            </a:r>
          </a:p>
          <a:p>
            <a:pPr lvl="0"/>
            <a:r>
              <a:rPr lang="en-US" b="1" dirty="0"/>
              <a:t>Cons:</a:t>
            </a:r>
            <a:r>
              <a:rPr lang="en-US" dirty="0"/>
              <a:t> Limited access to certain native hardware features compared to true mobile apps.</a:t>
            </a:r>
          </a:p>
          <a:p>
            <a:pPr lvl="0"/>
            <a:r>
              <a:rPr lang="en-US" b="1" dirty="0"/>
              <a:t>Ideal for:</a:t>
            </a:r>
            <a:r>
              <a:rPr lang="en-US" dirty="0"/>
              <a:t> Mobile-first platforms, productivity tools, and applications aiming for high mobile retention.</a:t>
            </a:r>
          </a:p>
          <a:p>
            <a:endParaRPr lang="en-US" dirty="0"/>
          </a:p>
        </p:txBody>
      </p:sp>
      <p:sp>
        <p:nvSpPr>
          <p:cNvPr id="4" name="Footer Placeholder 3">
            <a:extLst>
              <a:ext uri="{FF2B5EF4-FFF2-40B4-BE49-F238E27FC236}">
                <a16:creationId xmlns="" xmlns:a16="http://schemas.microsoft.com/office/drawing/2014/main" id="{AF417DE1-2826-6C2A-E7ED-3A1828BBFD4D}"/>
              </a:ext>
            </a:extLst>
          </p:cNvPr>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pic>
        <p:nvPicPr>
          <p:cNvPr id="5" name="Picture 4" descr="Starbucks Coffee Website">
            <a:extLst>
              <a:ext uri="{FF2B5EF4-FFF2-40B4-BE49-F238E27FC236}">
                <a16:creationId xmlns="" xmlns:a16="http://schemas.microsoft.com/office/drawing/2014/main" id="{04F02B2D-A2A9-5A6B-4D87-DE71657A7495}"/>
              </a:ext>
            </a:extLst>
          </p:cNvPr>
          <p:cNvPicPr>
            <a:picLocks noChangeAspect="1"/>
          </p:cNvPicPr>
          <p:nvPr/>
        </p:nvPicPr>
        <p:blipFill>
          <a:blip r:embed="rId2"/>
          <a:srcRect l="6322" t="16245" r="4988" b="16475"/>
          <a:stretch>
            <a:fillRect/>
          </a:stretch>
        </p:blipFill>
        <p:spPr>
          <a:xfrm>
            <a:off x="2589887" y="1297180"/>
            <a:ext cx="8109802" cy="4614042"/>
          </a:xfrm>
          <a:prstGeom prst="rect">
            <a:avLst/>
          </a:prstGeom>
        </p:spPr>
      </p:pic>
      <p:sp>
        <p:nvSpPr>
          <p:cNvPr id="6" name="Slide Number Placeholder 5">
            <a:extLst>
              <a:ext uri="{FF2B5EF4-FFF2-40B4-BE49-F238E27FC236}">
                <a16:creationId xmlns="" xmlns:a16="http://schemas.microsoft.com/office/drawing/2014/main" id="{CE133893-98B2-F203-59C1-9AAE72FD0250}"/>
              </a:ext>
            </a:extLst>
          </p:cNvPr>
          <p:cNvSpPr>
            <a:spLocks noGrp="1"/>
          </p:cNvSpPr>
          <p:nvPr>
            <p:ph type="sldNum" sz="quarter" idx="12"/>
          </p:nvPr>
        </p:nvSpPr>
        <p:spPr/>
        <p:txBody>
          <a:bodyPr/>
          <a:lstStyle/>
          <a:p>
            <a:fld id="{EA01E00C-350D-493E-B140-69306DC35D1C}" type="slidenum">
              <a:rPr lang="en-US" smtClean="0"/>
              <a:pPr/>
              <a:t>25</a:t>
            </a:fld>
            <a:endParaRPr lang="en-US" dirty="0"/>
          </a:p>
        </p:txBody>
      </p:sp>
    </p:spTree>
    <p:extLst>
      <p:ext uri="{BB962C8B-B14F-4D97-AF65-F5344CB8AC3E}">
        <p14:creationId xmlns:p14="http://schemas.microsoft.com/office/powerpoint/2010/main" val="202764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3096" y="624110"/>
            <a:ext cx="5021516" cy="1280890"/>
          </a:xfrm>
        </p:spPr>
        <p:txBody>
          <a:bodyPr>
            <a:normAutofit/>
          </a:bodyPr>
          <a:lstStyle/>
          <a:p>
            <a:r>
              <a:rPr lang="en-US"/>
              <a:t>Web Architectures</a:t>
            </a:r>
            <a:endParaRPr lang="en-US" dirty="0"/>
          </a:p>
        </p:txBody>
      </p:sp>
      <p:pic>
        <p:nvPicPr>
          <p:cNvPr id="55" name="Picture 54" descr="Blue blocks and networks technology background">
            <a:extLst>
              <a:ext uri="{FF2B5EF4-FFF2-40B4-BE49-F238E27FC236}">
                <a16:creationId xmlns="" xmlns:a16="http://schemas.microsoft.com/office/drawing/2014/main" id="{F836DA68-3E88-B802-4B5D-FE8E3F8665BE}"/>
              </a:ext>
            </a:extLst>
          </p:cNvPr>
          <p:cNvPicPr>
            <a:picLocks noChangeAspect="1"/>
          </p:cNvPicPr>
          <p:nvPr/>
        </p:nvPicPr>
        <p:blipFill>
          <a:blip r:embed="rId2"/>
          <a:srcRect l="15424" r="46335" b="-446"/>
          <a:stretch>
            <a:fillRect/>
          </a:stretch>
        </p:blipFill>
        <p:spPr>
          <a:xfrm>
            <a:off x="282224" y="1240222"/>
            <a:ext cx="3744155" cy="5507420"/>
          </a:xfrm>
          <a:prstGeom prst="rect">
            <a:avLst/>
          </a:prstGeom>
        </p:spPr>
      </p:pic>
      <p:sp>
        <p:nvSpPr>
          <p:cNvPr id="5" name="Slide Number Placeholder 4"/>
          <p:cNvSpPr>
            <a:spLocks noGrp="1"/>
          </p:cNvSpPr>
          <p:nvPr>
            <p:ph type="sldNum" sz="quarter" idx="12"/>
          </p:nvPr>
        </p:nvSpPr>
        <p:spPr>
          <a:xfrm>
            <a:off x="5181705" y="787782"/>
            <a:ext cx="779767" cy="365125"/>
          </a:xfrm>
        </p:spPr>
        <p:txBody>
          <a:bodyPr>
            <a:normAutofit/>
          </a:bodyPr>
          <a:lstStyle/>
          <a:p>
            <a:pPr>
              <a:lnSpc>
                <a:spcPct val="90000"/>
              </a:lnSpc>
              <a:spcAft>
                <a:spcPts val="600"/>
              </a:spcAft>
            </a:pPr>
            <a:fld id="{7D968251-4FC3-4E92-B3EB-4365C33D2CC2}" type="slidenum">
              <a:rPr lang="en-US" sz="1900" smtClean="0"/>
              <a:pPr>
                <a:lnSpc>
                  <a:spcPct val="90000"/>
                </a:lnSpc>
                <a:spcAft>
                  <a:spcPts val="600"/>
                </a:spcAft>
              </a:pPr>
              <a:t>26</a:t>
            </a:fld>
            <a:endParaRPr lang="en-US" sz="1900"/>
          </a:p>
        </p:txBody>
      </p:sp>
      <p:sp>
        <p:nvSpPr>
          <p:cNvPr id="3" name="Content Placeholder 2"/>
          <p:cNvSpPr>
            <a:spLocks noGrp="1"/>
          </p:cNvSpPr>
          <p:nvPr>
            <p:ph idx="1"/>
          </p:nvPr>
        </p:nvSpPr>
        <p:spPr>
          <a:xfrm>
            <a:off x="6468751" y="2133600"/>
            <a:ext cx="5035859" cy="3936618"/>
          </a:xfrm>
        </p:spPr>
        <p:txBody>
          <a:bodyPr>
            <a:normAutofit/>
          </a:bodyPr>
          <a:lstStyle/>
          <a:p>
            <a:r>
              <a:rPr lang="en-US" dirty="0"/>
              <a:t>The following layers are used in web application development:</a:t>
            </a:r>
          </a:p>
          <a:p>
            <a:pPr lvl="1"/>
            <a:r>
              <a:rPr lang="en-US" dirty="0"/>
              <a:t>Presentation layer/user interface layer.</a:t>
            </a:r>
          </a:p>
          <a:p>
            <a:pPr lvl="1"/>
            <a:r>
              <a:rPr lang="en-US" dirty="0"/>
              <a:t>Application layer/business logic layer.</a:t>
            </a:r>
          </a:p>
          <a:p>
            <a:pPr lvl="1"/>
            <a:r>
              <a:rPr lang="en-US" dirty="0"/>
              <a:t>Data layer.</a:t>
            </a:r>
          </a:p>
        </p:txBody>
      </p:sp>
      <p:sp>
        <p:nvSpPr>
          <p:cNvPr id="4" name="Footer Placeholder 3"/>
          <p:cNvSpPr>
            <a:spLocks noGrp="1"/>
          </p:cNvSpPr>
          <p:nvPr>
            <p:ph type="ftr" sz="quarter" idx="11"/>
          </p:nvPr>
        </p:nvSpPr>
        <p:spPr>
          <a:xfrm>
            <a:off x="6438191" y="6135808"/>
            <a:ext cx="3771020" cy="365125"/>
          </a:xfrm>
        </p:spPr>
        <p:txBody>
          <a:bodyPr>
            <a:normAutofit/>
          </a:bodyPr>
          <a:lstStyle/>
          <a:p>
            <a:pPr>
              <a:lnSpc>
                <a:spcPct val="90000"/>
              </a:lnSpc>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60DC0904-FD55-5F0F-654F-5915E293A69E}"/>
              </a:ext>
            </a:extLst>
          </p:cNvPr>
          <p:cNvSpPr txBox="1">
            <a:spLocks/>
          </p:cNvSpPr>
          <p:nvPr/>
        </p:nvSpPr>
        <p:spPr bwMode="gray">
          <a:xfrm>
            <a:off x="681637" y="787784"/>
            <a:ext cx="779971"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rgbClr val="FE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A01E00C-350D-493E-B140-69306DC35D1C}" type="slidenum">
              <a:rPr lang="en-US" smtClean="0"/>
              <a:pPr/>
              <a:t>26</a:t>
            </a:fld>
            <a:endParaRPr lang="en-US" dirty="0"/>
          </a:p>
        </p:txBody>
      </p:sp>
    </p:spTree>
    <p:extLst>
      <p:ext uri="{BB962C8B-B14F-4D97-AF65-F5344CB8AC3E}">
        <p14:creationId xmlns:p14="http://schemas.microsoft.com/office/powerpoint/2010/main" val="3454978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ulti-colored paper-craft art">
            <a:extLst>
              <a:ext uri="{FF2B5EF4-FFF2-40B4-BE49-F238E27FC236}">
                <a16:creationId xmlns="" xmlns:a16="http://schemas.microsoft.com/office/drawing/2014/main" id="{D0A051B7-09CE-11E2-0F6D-5E5EDDAE1F42}"/>
              </a:ext>
            </a:extLst>
          </p:cNvPr>
          <p:cNvPicPr>
            <a:picLocks noChangeAspect="1"/>
          </p:cNvPicPr>
          <p:nvPr/>
        </p:nvPicPr>
        <p:blipFill>
          <a:blip r:embed="rId2"/>
          <a:srcRect l="28429" r="26191" b="-2"/>
          <a:stretch>
            <a:fillRect/>
          </a:stretch>
        </p:blipFill>
        <p:spPr>
          <a:xfrm>
            <a:off x="0" y="1152909"/>
            <a:ext cx="4662331" cy="6858000"/>
          </a:xfrm>
          <a:prstGeom prst="rect">
            <a:avLst/>
          </a:prstGeom>
        </p:spPr>
      </p:pic>
      <p:sp>
        <p:nvSpPr>
          <p:cNvPr id="2" name="Title 1"/>
          <p:cNvSpPr>
            <a:spLocks noGrp="1"/>
          </p:cNvSpPr>
          <p:nvPr>
            <p:ph type="title"/>
          </p:nvPr>
        </p:nvSpPr>
        <p:spPr>
          <a:xfrm>
            <a:off x="6483096" y="624110"/>
            <a:ext cx="5021516" cy="1280890"/>
          </a:xfrm>
        </p:spPr>
        <p:txBody>
          <a:bodyPr>
            <a:normAutofit/>
          </a:bodyPr>
          <a:lstStyle/>
          <a:p>
            <a:r>
              <a:rPr lang="en-US" dirty="0"/>
              <a:t>Presentation Layer</a:t>
            </a:r>
          </a:p>
        </p:txBody>
      </p:sp>
      <p:sp>
        <p:nvSpPr>
          <p:cNvPr id="3" name="Content Placeholder 2"/>
          <p:cNvSpPr>
            <a:spLocks noGrp="1"/>
          </p:cNvSpPr>
          <p:nvPr>
            <p:ph idx="1"/>
          </p:nvPr>
        </p:nvSpPr>
        <p:spPr>
          <a:xfrm>
            <a:off x="6438191" y="2133600"/>
            <a:ext cx="5066419" cy="3777622"/>
          </a:xfrm>
        </p:spPr>
        <p:txBody>
          <a:bodyPr>
            <a:normAutofit/>
          </a:bodyPr>
          <a:lstStyle/>
          <a:p>
            <a:pPr>
              <a:lnSpc>
                <a:spcPct val="90000"/>
              </a:lnSpc>
            </a:pPr>
            <a:r>
              <a:rPr lang="en-US" sz="1700"/>
              <a:t>It is the layer that is visible to the user and the one with which the user interact. </a:t>
            </a:r>
          </a:p>
          <a:p>
            <a:pPr>
              <a:lnSpc>
                <a:spcPct val="90000"/>
              </a:lnSpc>
            </a:pPr>
            <a:r>
              <a:rPr lang="en-US" sz="1700"/>
              <a:t>The user gives the inputs and instructions through this and the output is also displayed on it.</a:t>
            </a:r>
          </a:p>
          <a:p>
            <a:pPr>
              <a:lnSpc>
                <a:spcPct val="90000"/>
              </a:lnSpc>
            </a:pPr>
            <a:endParaRPr lang="en-US" sz="1700"/>
          </a:p>
          <a:p>
            <a:pPr>
              <a:lnSpc>
                <a:spcPct val="90000"/>
              </a:lnSpc>
            </a:pPr>
            <a:r>
              <a:rPr lang="en-US" sz="1700" b="1"/>
              <a:t>Example: </a:t>
            </a:r>
            <a:r>
              <a:rPr lang="en-US" sz="1700"/>
              <a:t>An e-commerce website where users can browse products, view product details, add items to their cart, and proceed to checkout. The web pages users interact with, including buttons, forms, images, and menus, constitute the presentation layer.</a:t>
            </a:r>
          </a:p>
        </p:txBody>
      </p:sp>
      <p:sp>
        <p:nvSpPr>
          <p:cNvPr id="4" name="Footer Placeholder 3"/>
          <p:cNvSpPr>
            <a:spLocks noGrp="1"/>
          </p:cNvSpPr>
          <p:nvPr>
            <p:ph type="ftr" sz="quarter" idx="11"/>
          </p:nvPr>
        </p:nvSpPr>
        <p:spPr>
          <a:xfrm>
            <a:off x="6438191" y="6135808"/>
            <a:ext cx="3771020" cy="365125"/>
          </a:xfrm>
        </p:spPr>
        <p:txBody>
          <a:bodyPr>
            <a:normAutofit/>
          </a:bodyPr>
          <a:lstStyle/>
          <a:p>
            <a:pPr>
              <a:lnSpc>
                <a:spcPct val="90000"/>
              </a:lnSpc>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F203826F-E683-FC68-6DE1-4368EEB15A12}"/>
              </a:ext>
            </a:extLst>
          </p:cNvPr>
          <p:cNvSpPr>
            <a:spLocks noGrp="1"/>
          </p:cNvSpPr>
          <p:nvPr>
            <p:ph type="sldNum" sz="quarter" idx="12"/>
          </p:nvPr>
        </p:nvSpPr>
        <p:spPr/>
        <p:txBody>
          <a:bodyPr/>
          <a:lstStyle/>
          <a:p>
            <a:fld id="{EA01E00C-350D-493E-B140-69306DC35D1C}" type="slidenum">
              <a:rPr lang="en-US" smtClean="0"/>
              <a:pPr/>
              <a:t>27</a:t>
            </a:fld>
            <a:endParaRPr lang="en-US"/>
          </a:p>
        </p:txBody>
      </p:sp>
    </p:spTree>
    <p:extLst>
      <p:ext uri="{BB962C8B-B14F-4D97-AF65-F5344CB8AC3E}">
        <p14:creationId xmlns:p14="http://schemas.microsoft.com/office/powerpoint/2010/main" val="1491668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737" y="630751"/>
            <a:ext cx="6574536" cy="1259894"/>
          </a:xfrm>
        </p:spPr>
        <p:txBody>
          <a:bodyPr>
            <a:normAutofit/>
          </a:bodyPr>
          <a:lstStyle/>
          <a:p>
            <a:r>
              <a:rPr lang="en-US" dirty="0"/>
              <a:t>Application Layer</a:t>
            </a:r>
          </a:p>
        </p:txBody>
      </p:sp>
      <p:sp>
        <p:nvSpPr>
          <p:cNvPr id="3" name="Content Placeholder 2"/>
          <p:cNvSpPr>
            <a:spLocks noGrp="1"/>
          </p:cNvSpPr>
          <p:nvPr>
            <p:ph idx="1"/>
          </p:nvPr>
        </p:nvSpPr>
        <p:spPr>
          <a:xfrm>
            <a:off x="649224" y="2133600"/>
            <a:ext cx="6574535" cy="3759253"/>
          </a:xfrm>
        </p:spPr>
        <p:txBody>
          <a:bodyPr>
            <a:normAutofit/>
          </a:bodyPr>
          <a:lstStyle/>
          <a:p>
            <a:r>
              <a:rPr lang="en-US"/>
              <a:t>This layer contains all the models and logics provides the functionality to the application. </a:t>
            </a:r>
          </a:p>
          <a:p>
            <a:endParaRPr lang="en-US"/>
          </a:p>
          <a:p>
            <a:r>
              <a:rPr lang="en-US"/>
              <a:t>It also acts as an intermediate between the user interface and the database layer.</a:t>
            </a:r>
          </a:p>
          <a:p>
            <a:endParaRPr lang="en-US"/>
          </a:p>
          <a:p>
            <a:r>
              <a:rPr lang="en-US"/>
              <a:t>In simple words it performs operations on the application.</a:t>
            </a:r>
          </a:p>
        </p:txBody>
      </p:sp>
      <p:pic>
        <p:nvPicPr>
          <p:cNvPr id="1028" name="Picture 4" descr="File:Business logic layers.jpg - Wikimedia Commons"/>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62088" y="1475137"/>
            <a:ext cx="3981455" cy="358768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11"/>
          </p:nvPr>
        </p:nvSpPr>
        <p:spPr>
          <a:xfrm>
            <a:off x="1220916" y="6135808"/>
            <a:ext cx="7619999" cy="365125"/>
          </a:xfrm>
        </p:spPr>
        <p:txBody>
          <a:bodyPr>
            <a:normAutofit/>
          </a:bodyPr>
          <a:lstStyle/>
          <a:p>
            <a:pPr>
              <a:spcAft>
                <a:spcPts val="600"/>
              </a:spcAft>
            </a:pPr>
            <a:r>
              <a:rPr lang="en-US" smtClean="0"/>
              <a:t>Web Technologies</a:t>
            </a:r>
            <a:endParaRPr lang="en-US"/>
          </a:p>
        </p:txBody>
      </p:sp>
      <p:sp>
        <p:nvSpPr>
          <p:cNvPr id="6" name="Slide Number Placeholder 5">
            <a:extLst>
              <a:ext uri="{FF2B5EF4-FFF2-40B4-BE49-F238E27FC236}">
                <a16:creationId xmlns="" xmlns:a16="http://schemas.microsoft.com/office/drawing/2014/main" id="{E1F89038-4779-E721-D9AB-B5B7D2C5E4A5}"/>
              </a:ext>
            </a:extLst>
          </p:cNvPr>
          <p:cNvSpPr>
            <a:spLocks noGrp="1"/>
          </p:cNvSpPr>
          <p:nvPr>
            <p:ph type="sldNum" sz="quarter" idx="12"/>
          </p:nvPr>
        </p:nvSpPr>
        <p:spPr/>
        <p:txBody>
          <a:bodyPr/>
          <a:lstStyle/>
          <a:p>
            <a:fld id="{EA01E00C-350D-493E-B140-69306DC35D1C}" type="slidenum">
              <a:rPr lang="en-US" smtClean="0"/>
              <a:pPr/>
              <a:t>28</a:t>
            </a:fld>
            <a:endParaRPr lang="en-US"/>
          </a:p>
        </p:txBody>
      </p:sp>
    </p:spTree>
    <p:extLst>
      <p:ext uri="{BB962C8B-B14F-4D97-AF65-F5344CB8AC3E}">
        <p14:creationId xmlns:p14="http://schemas.microsoft.com/office/powerpoint/2010/main" val="684378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4897" y="624110"/>
            <a:ext cx="9712998" cy="1280890"/>
          </a:xfrm>
        </p:spPr>
        <p:txBody>
          <a:bodyPr>
            <a:normAutofit/>
          </a:bodyPr>
          <a:lstStyle/>
          <a:p>
            <a:r>
              <a:rPr lang="en-US"/>
              <a:t>Data Layer</a:t>
            </a:r>
          </a:p>
        </p:txBody>
      </p:sp>
      <p:sp>
        <p:nvSpPr>
          <p:cNvPr id="5" name="Slide Number Placeholder 4"/>
          <p:cNvSpPr>
            <a:spLocks noGrp="1"/>
          </p:cNvSpPr>
          <p:nvPr>
            <p:ph type="sldNum" sz="quarter" idx="12"/>
          </p:nvPr>
        </p:nvSpPr>
        <p:spPr>
          <a:xfrm>
            <a:off x="531812" y="787782"/>
            <a:ext cx="779767" cy="365125"/>
          </a:xfrm>
        </p:spPr>
        <p:txBody>
          <a:bodyPr>
            <a:normAutofit/>
          </a:bodyPr>
          <a:lstStyle/>
          <a:p>
            <a:pPr>
              <a:lnSpc>
                <a:spcPct val="90000"/>
              </a:lnSpc>
              <a:spcAft>
                <a:spcPts val="600"/>
              </a:spcAft>
            </a:pPr>
            <a:fld id="{7D968251-4FC3-4E92-B3EB-4365C33D2CC2}" type="slidenum">
              <a:rPr lang="en-US" sz="1900"/>
              <a:pPr>
                <a:lnSpc>
                  <a:spcPct val="90000"/>
                </a:lnSpc>
                <a:spcAft>
                  <a:spcPts val="600"/>
                </a:spcAft>
              </a:pPr>
              <a:t>29</a:t>
            </a:fld>
            <a:endParaRPr lang="en-US" sz="1900"/>
          </a:p>
        </p:txBody>
      </p:sp>
      <p:sp>
        <p:nvSpPr>
          <p:cNvPr id="4" name="Footer Placeholder 3"/>
          <p:cNvSpPr>
            <a:spLocks noGrp="1"/>
          </p:cNvSpPr>
          <p:nvPr>
            <p:ph type="ftr" sz="quarter" idx="11"/>
          </p:nvPr>
        </p:nvSpPr>
        <p:spPr>
          <a:xfrm>
            <a:off x="1794897" y="6135808"/>
            <a:ext cx="8237536" cy="365125"/>
          </a:xfrm>
          <a:prstGeom prst="rect">
            <a:avLst/>
          </a:prstGeom>
        </p:spPr>
        <p:txBody>
          <a:bodyPr anchor="ctr">
            <a:normAutofit/>
          </a:bodyPr>
          <a:lstStyle/>
          <a:p>
            <a:pPr>
              <a:spcAft>
                <a:spcPts val="600"/>
              </a:spcAft>
            </a:pPr>
            <a:r>
              <a:rPr lang="en-US" smtClean="0"/>
              <a:t>Web Technologies</a:t>
            </a:r>
            <a:endParaRPr lang="en-US"/>
          </a:p>
        </p:txBody>
      </p:sp>
      <p:graphicFrame>
        <p:nvGraphicFramePr>
          <p:cNvPr id="48" name="Content Placeholder 2">
            <a:extLst>
              <a:ext uri="{FF2B5EF4-FFF2-40B4-BE49-F238E27FC236}">
                <a16:creationId xmlns="" xmlns:a16="http://schemas.microsoft.com/office/drawing/2014/main" id="{B1271961-56F8-F31F-22A8-99CBD6A6F297}"/>
              </a:ext>
            </a:extLst>
          </p:cNvPr>
          <p:cNvGraphicFramePr>
            <a:graphicFrameLocks noGrp="1"/>
          </p:cNvGraphicFramePr>
          <p:nvPr>
            <p:ph idx="1"/>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8735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1-Tier Architecture</a:t>
            </a:r>
          </a:p>
        </p:txBody>
      </p:sp>
      <p:sp>
        <p:nvSpPr>
          <p:cNvPr id="3" name="Content Placeholder 2"/>
          <p:cNvSpPr>
            <a:spLocks noGrp="1"/>
          </p:cNvSpPr>
          <p:nvPr>
            <p:ph idx="1"/>
          </p:nvPr>
        </p:nvSpPr>
        <p:spPr>
          <a:xfrm>
            <a:off x="1302694" y="1620982"/>
            <a:ext cx="10193033" cy="3777622"/>
          </a:xfrm>
        </p:spPr>
        <p:txBody>
          <a:bodyPr>
            <a:noAutofit/>
          </a:bodyPr>
          <a:lstStyle/>
          <a:p>
            <a:pPr algn="just"/>
            <a:r>
              <a:rPr lang="en-US" sz="2400" dirty="0"/>
              <a:t> 1-tier architecture, also known as single-tier architecture or stand-alone architecture, refers to that kind of software architecture in which all the required components for the working of the application are available under the same package.</a:t>
            </a:r>
          </a:p>
          <a:p>
            <a:pPr algn="just"/>
            <a:r>
              <a:rPr lang="en-US" sz="2400" dirty="0"/>
              <a:t>It means that the user interface, business, layers are accessible by the application under the same local drive. </a:t>
            </a:r>
          </a:p>
          <a:p>
            <a:pPr algn="just"/>
            <a:r>
              <a:rPr lang="en-US" sz="2400" dirty="0"/>
              <a:t>Both the client and server reside in the same machine. </a:t>
            </a:r>
          </a:p>
          <a:p>
            <a:pPr algn="just"/>
            <a:r>
              <a:rPr lang="en-US" sz="2400" dirty="0"/>
              <a:t>It is the simplest application architecture used. </a:t>
            </a:r>
          </a:p>
          <a:p>
            <a:pPr algn="just"/>
            <a:r>
              <a:rPr lang="en-US" sz="2400" dirty="0"/>
              <a:t>But this tier is not suitable for a web application. </a:t>
            </a:r>
          </a:p>
          <a:p>
            <a:pPr algn="just"/>
            <a:r>
              <a:rPr lang="en-US" sz="2400" dirty="0"/>
              <a:t>As it can only access data available in a single computer or server.</a:t>
            </a:r>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30</a:t>
            </a:fld>
            <a:endParaRPr lang="en-US"/>
          </a:p>
        </p:txBody>
      </p:sp>
    </p:spTree>
    <p:extLst>
      <p:ext uri="{BB962C8B-B14F-4D97-AF65-F5344CB8AC3E}">
        <p14:creationId xmlns:p14="http://schemas.microsoft.com/office/powerpoint/2010/main" val="627644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2589" y="761557"/>
            <a:ext cx="5591245" cy="1259894"/>
          </a:xfrm>
        </p:spPr>
        <p:txBody>
          <a:bodyPr>
            <a:normAutofit/>
          </a:bodyPr>
          <a:lstStyle/>
          <a:p>
            <a:pPr>
              <a:lnSpc>
                <a:spcPct val="90000"/>
              </a:lnSpc>
            </a:pPr>
            <a:r>
              <a:rPr lang="en-US" sz="3100" dirty="0"/>
              <a:t>1-Tier Architecture (cont.)</a:t>
            </a:r>
          </a:p>
        </p:txBody>
      </p:sp>
      <p:sp>
        <p:nvSpPr>
          <p:cNvPr id="3" name="Content Placeholder 2"/>
          <p:cNvSpPr>
            <a:spLocks noGrp="1"/>
          </p:cNvSpPr>
          <p:nvPr>
            <p:ph idx="1"/>
          </p:nvPr>
        </p:nvSpPr>
        <p:spPr>
          <a:xfrm>
            <a:off x="649225" y="2133600"/>
            <a:ext cx="3650278" cy="3759253"/>
          </a:xfrm>
        </p:spPr>
        <p:txBody>
          <a:bodyPr>
            <a:normAutofit/>
          </a:bodyPr>
          <a:lstStyle/>
          <a:p>
            <a:endParaRPr lang="en-US" dirty="0"/>
          </a:p>
        </p:txBody>
      </p:sp>
      <p:pic>
        <p:nvPicPr>
          <p:cNvPr id="1026" name="Picture 2" descr="One Tier Software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l="4278" t="13949" r="3830" b="5085"/>
          <a:stretch/>
        </p:blipFill>
        <p:spPr bwMode="auto">
          <a:xfrm>
            <a:off x="2643938" y="1496001"/>
            <a:ext cx="5591245" cy="4396852"/>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a:xfrm>
            <a:off x="649225" y="761557"/>
            <a:ext cx="779767" cy="365125"/>
          </a:xfrm>
        </p:spPr>
        <p:txBody>
          <a:bodyPr>
            <a:normAutofit/>
          </a:bodyPr>
          <a:lstStyle/>
          <a:p>
            <a:pPr>
              <a:lnSpc>
                <a:spcPct val="90000"/>
              </a:lnSpc>
              <a:spcAft>
                <a:spcPts val="600"/>
              </a:spcAft>
            </a:pPr>
            <a:fld id="{7D968251-4FC3-4E92-B3EB-4365C33D2CC2}" type="slidenum">
              <a:rPr lang="en-US" sz="1900" smtClean="0"/>
              <a:pPr>
                <a:lnSpc>
                  <a:spcPct val="90000"/>
                </a:lnSpc>
                <a:spcAft>
                  <a:spcPts val="600"/>
                </a:spcAft>
              </a:pPr>
              <a:t>31</a:t>
            </a:fld>
            <a:endParaRPr lang="en-US" sz="1900" dirty="0"/>
          </a:p>
        </p:txBody>
      </p:sp>
      <p:sp>
        <p:nvSpPr>
          <p:cNvPr id="4" name="Footer Placeholder 3"/>
          <p:cNvSpPr>
            <a:spLocks noGrp="1"/>
          </p:cNvSpPr>
          <p:nvPr>
            <p:ph type="ftr" sz="quarter" idx="11"/>
          </p:nvPr>
        </p:nvSpPr>
        <p:spPr>
          <a:xfrm>
            <a:off x="1220916" y="6135808"/>
            <a:ext cx="7619999" cy="365125"/>
          </a:xfrm>
        </p:spPr>
        <p:txBody>
          <a:bodyPr>
            <a:normAutofit/>
          </a:bodyPr>
          <a:lstStyle/>
          <a:p>
            <a:pPr>
              <a:spcAft>
                <a:spcPts val="600"/>
              </a:spcAft>
            </a:pPr>
            <a:r>
              <a:rPr lang="en-US" smtClean="0"/>
              <a:t>Web Technologies</a:t>
            </a:r>
            <a:endParaRPr lang="en-US"/>
          </a:p>
        </p:txBody>
      </p:sp>
    </p:spTree>
    <p:extLst>
      <p:ext uri="{BB962C8B-B14F-4D97-AF65-F5344CB8AC3E}">
        <p14:creationId xmlns:p14="http://schemas.microsoft.com/office/powerpoint/2010/main" val="14289805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1-Tier Architecture </a:t>
            </a:r>
            <a:r>
              <a:rPr lang="en-US" sz="1600" dirty="0"/>
              <a:t>(cont.)</a:t>
            </a:r>
            <a:endParaRPr lang="en-US" dirty="0"/>
          </a:p>
        </p:txBody>
      </p:sp>
      <p:sp>
        <p:nvSpPr>
          <p:cNvPr id="3" name="Content Placeholder 2"/>
          <p:cNvSpPr>
            <a:spLocks noGrp="1"/>
          </p:cNvSpPr>
          <p:nvPr>
            <p:ph idx="1"/>
          </p:nvPr>
        </p:nvSpPr>
        <p:spPr>
          <a:xfrm>
            <a:off x="1550122" y="1905000"/>
            <a:ext cx="8915400" cy="3777622"/>
          </a:xfrm>
        </p:spPr>
        <p:txBody>
          <a:bodyPr>
            <a:noAutofit/>
          </a:bodyPr>
          <a:lstStyle/>
          <a:p>
            <a:pPr algn="just"/>
            <a:r>
              <a:rPr lang="en-US" sz="2400" dirty="0"/>
              <a:t>MS Office is a prominent example of 1 tier architecture.</a:t>
            </a:r>
          </a:p>
          <a:p>
            <a:pPr algn="just"/>
            <a:r>
              <a:rPr lang="en-US" sz="2400" dirty="0"/>
              <a:t> This is a cost-efficient architecture and applications based on this are much easier to build. </a:t>
            </a:r>
          </a:p>
          <a:p>
            <a:pPr algn="just"/>
            <a:r>
              <a:rPr lang="en-US" sz="2400" dirty="0"/>
              <a:t>Advantages</a:t>
            </a:r>
          </a:p>
          <a:p>
            <a:pPr lvl="1" algn="just"/>
            <a:r>
              <a:rPr lang="en-US" sz="2400" dirty="0"/>
              <a:t>cost-efficient </a:t>
            </a:r>
          </a:p>
          <a:p>
            <a:pPr lvl="1" algn="just"/>
            <a:r>
              <a:rPr lang="en-US" sz="2400" dirty="0"/>
              <a:t>Maintenance </a:t>
            </a:r>
          </a:p>
          <a:p>
            <a:pPr algn="just"/>
            <a:r>
              <a:rPr lang="en-US" sz="2400" dirty="0"/>
              <a:t>Disadvantages</a:t>
            </a:r>
          </a:p>
          <a:p>
            <a:pPr lvl="2" algn="just"/>
            <a:r>
              <a:rPr lang="en-US" sz="2400" dirty="0"/>
              <a:t>cannot share information </a:t>
            </a:r>
          </a:p>
          <a:p>
            <a:pPr lvl="2" algn="just"/>
            <a:r>
              <a:rPr lang="en-US" sz="2400" dirty="0"/>
              <a:t>Unable to work when some changes are done</a:t>
            </a:r>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32</a:t>
            </a:fld>
            <a:endParaRPr lang="en-US"/>
          </a:p>
        </p:txBody>
      </p:sp>
    </p:spTree>
    <p:extLst>
      <p:ext uri="{BB962C8B-B14F-4D97-AF65-F5344CB8AC3E}">
        <p14:creationId xmlns:p14="http://schemas.microsoft.com/office/powerpoint/2010/main" val="3784382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2-Tier Architecture</a:t>
            </a:r>
          </a:p>
        </p:txBody>
      </p:sp>
      <p:sp>
        <p:nvSpPr>
          <p:cNvPr id="3" name="Content Placeholder 2"/>
          <p:cNvSpPr>
            <a:spLocks noGrp="1"/>
          </p:cNvSpPr>
          <p:nvPr>
            <p:ph idx="1"/>
          </p:nvPr>
        </p:nvSpPr>
        <p:spPr>
          <a:xfrm>
            <a:off x="1579418" y="1717964"/>
            <a:ext cx="9925194" cy="4774910"/>
          </a:xfrm>
        </p:spPr>
        <p:txBody>
          <a:bodyPr>
            <a:noAutofit/>
          </a:bodyPr>
          <a:lstStyle/>
          <a:p>
            <a:pPr algn="just"/>
            <a:r>
              <a:rPr lang="en-US" sz="2400" dirty="0"/>
              <a:t>The client system handles both Presentation and Application layers and the Server system handles the Database layer. </a:t>
            </a:r>
          </a:p>
          <a:p>
            <a:pPr algn="just"/>
            <a:r>
              <a:rPr lang="en-US" sz="2400" dirty="0"/>
              <a:t>It is also known as a client-server application. The communication takes place between the Client and the Server. The client system sends the request to the server system and the Server system processes the request and sends back the data to the Client System</a:t>
            </a:r>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33</a:t>
            </a:fld>
            <a:endParaRPr lang="en-US"/>
          </a:p>
        </p:txBody>
      </p:sp>
    </p:spTree>
    <p:extLst>
      <p:ext uri="{BB962C8B-B14F-4D97-AF65-F5344CB8AC3E}">
        <p14:creationId xmlns:p14="http://schemas.microsoft.com/office/powerpoint/2010/main" val="3826762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2-Tier Architecture </a:t>
            </a:r>
            <a:r>
              <a:rPr lang="en-US" sz="1600" dirty="0"/>
              <a:t>(cont.)</a:t>
            </a:r>
          </a:p>
        </p:txBody>
      </p:sp>
      <p:sp>
        <p:nvSpPr>
          <p:cNvPr id="3" name="Content Placeholder 2"/>
          <p:cNvSpPr>
            <a:spLocks noGrp="1"/>
          </p:cNvSpPr>
          <p:nvPr>
            <p:ph idx="1"/>
          </p:nvPr>
        </p:nvSpPr>
        <p:spPr>
          <a:xfrm>
            <a:off x="2589212" y="2107911"/>
            <a:ext cx="8915400" cy="3777622"/>
          </a:xfrm>
        </p:spPr>
        <p:txBody>
          <a:bodyPr/>
          <a:lstStyle/>
          <a:p>
            <a:r>
              <a:rPr lang="en-US" dirty="0"/>
              <a:t>A web application or a mobile app that allows users to check their bank account balances, view transaction history, and transfer funds.</a:t>
            </a:r>
          </a:p>
          <a:p>
            <a:pPr marL="0" indent="0">
              <a:buNone/>
            </a:pPr>
            <a:endParaRPr lang="en-US" b="1" dirty="0"/>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34</a:t>
            </a:fld>
            <a:endParaRPr lang="en-US"/>
          </a:p>
        </p:txBody>
      </p:sp>
      <p:pic>
        <p:nvPicPr>
          <p:cNvPr id="2050" name="Picture 2" descr="Two Tier Software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l="7147" t="21775" r="4178" b="9956"/>
          <a:stretch/>
        </p:blipFill>
        <p:spPr bwMode="auto">
          <a:xfrm>
            <a:off x="3200399" y="3119390"/>
            <a:ext cx="5994701" cy="3069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876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3-Tier Architecture</a:t>
            </a:r>
          </a:p>
        </p:txBody>
      </p:sp>
      <p:sp>
        <p:nvSpPr>
          <p:cNvPr id="3" name="Content Placeholder 2"/>
          <p:cNvSpPr>
            <a:spLocks noGrp="1"/>
          </p:cNvSpPr>
          <p:nvPr>
            <p:ph idx="1"/>
          </p:nvPr>
        </p:nvSpPr>
        <p:spPr>
          <a:xfrm>
            <a:off x="1565564" y="2133600"/>
            <a:ext cx="9939048" cy="3777622"/>
          </a:xfrm>
        </p:spPr>
        <p:txBody>
          <a:bodyPr>
            <a:normAutofit/>
          </a:bodyPr>
          <a:lstStyle/>
          <a:p>
            <a:pPr algn="just"/>
            <a:r>
              <a:rPr lang="en-US" sz="2400" dirty="0"/>
              <a:t>In a 3-tier architecture, the presentation layer, the business layer, and the database layers are in separate machines. </a:t>
            </a:r>
          </a:p>
          <a:p>
            <a:pPr algn="just"/>
            <a:r>
              <a:rPr lang="en-US" sz="2400" dirty="0"/>
              <a:t>Unlike 2 tier architecture, 2 servers perform the major tasks in this application. </a:t>
            </a:r>
          </a:p>
          <a:p>
            <a:pPr algn="just"/>
            <a:r>
              <a:rPr lang="en-US" sz="2400" dirty="0"/>
              <a:t>One server is for the business layer and the other is for the database layer.</a:t>
            </a:r>
            <a:endParaRPr lang="en-US" sz="4000" dirty="0"/>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35</a:t>
            </a:fld>
            <a:endParaRPr lang="en-US"/>
          </a:p>
        </p:txBody>
      </p:sp>
    </p:spTree>
    <p:extLst>
      <p:ext uri="{BB962C8B-B14F-4D97-AF65-F5344CB8AC3E}">
        <p14:creationId xmlns:p14="http://schemas.microsoft.com/office/powerpoint/2010/main" val="3575237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3-Tier Architecture </a:t>
            </a:r>
            <a:r>
              <a:rPr lang="en-US" sz="1400" dirty="0"/>
              <a:t>(cont.)</a:t>
            </a:r>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a:xfrm>
            <a:off x="2589212" y="6492875"/>
            <a:ext cx="7619999" cy="365125"/>
          </a:xfrm>
        </p:spPr>
        <p:txBody>
          <a:bodyPr/>
          <a:lstStyle/>
          <a:p>
            <a:pPr algn="ctr"/>
            <a:r>
              <a:rPr lang="en-US" smtClean="0"/>
              <a:t>Web Technologies</a:t>
            </a:r>
            <a:endParaRPr lang="en-US" dirty="0"/>
          </a:p>
        </p:txBody>
      </p:sp>
      <p:sp>
        <p:nvSpPr>
          <p:cNvPr id="5" name="Slide Number Placeholder 4"/>
          <p:cNvSpPr>
            <a:spLocks noGrp="1"/>
          </p:cNvSpPr>
          <p:nvPr>
            <p:ph type="sldNum" sz="quarter" idx="12"/>
          </p:nvPr>
        </p:nvSpPr>
        <p:spPr/>
        <p:txBody>
          <a:bodyPr/>
          <a:lstStyle/>
          <a:p>
            <a:fld id="{7D968251-4FC3-4E92-B3EB-4365C33D2CC2}" type="slidenum">
              <a:rPr lang="en-US" smtClean="0"/>
              <a:t>36</a:t>
            </a:fld>
            <a:endParaRPr lang="en-US"/>
          </a:p>
        </p:txBody>
      </p:sp>
      <p:pic>
        <p:nvPicPr>
          <p:cNvPr id="3074" name="Picture 2" descr="Three Tier Software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l="3226" t="14325" r="3267" b="11516"/>
          <a:stretch/>
        </p:blipFill>
        <p:spPr bwMode="auto">
          <a:xfrm>
            <a:off x="1052945" y="1551946"/>
            <a:ext cx="10571060" cy="450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499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 Text Transfer Protocol</a:t>
            </a:r>
          </a:p>
        </p:txBody>
      </p:sp>
      <p:sp>
        <p:nvSpPr>
          <p:cNvPr id="3" name="Content Placeholder 2"/>
          <p:cNvSpPr>
            <a:spLocks noGrp="1"/>
          </p:cNvSpPr>
          <p:nvPr>
            <p:ph idx="1"/>
          </p:nvPr>
        </p:nvSpPr>
        <p:spPr>
          <a:xfrm>
            <a:off x="1302327" y="1503218"/>
            <a:ext cx="10076874" cy="3777622"/>
          </a:xfrm>
        </p:spPr>
        <p:txBody>
          <a:bodyPr>
            <a:noAutofit/>
          </a:bodyPr>
          <a:lstStyle/>
          <a:p>
            <a:pPr algn="just"/>
            <a:r>
              <a:rPr lang="en-US" sz="2400" dirty="0"/>
              <a:t>HTTP is a fundamental protocol used for communication between a client (usually a web browser) and a web server over the Internet. It is the foundation of data communication on the World Wide Web, enabling the exchange of text, images, videos, links, and other resources between a user's device and web servers.</a:t>
            </a:r>
          </a:p>
          <a:p>
            <a:pPr algn="just"/>
            <a:r>
              <a:rPr lang="en-US" sz="2400" dirty="0"/>
              <a:t>HTTP operates on a request-response model, where a client sends a request for a resource, and the server responds with the requested data (usually in the form of an HTML web page). It is a stateless protocol, meaning each request from the client to the server is independent, and the server doesn't retain any information about previous requests.</a:t>
            </a:r>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FBAD1687-A7E1-01A4-36C1-F8D4E241EA3A}"/>
              </a:ext>
            </a:extLst>
          </p:cNvPr>
          <p:cNvSpPr>
            <a:spLocks noGrp="1"/>
          </p:cNvSpPr>
          <p:nvPr>
            <p:ph type="sldNum" sz="quarter" idx="12"/>
          </p:nvPr>
        </p:nvSpPr>
        <p:spPr/>
        <p:txBody>
          <a:bodyPr/>
          <a:lstStyle/>
          <a:p>
            <a:fld id="{EA01E00C-350D-493E-B140-69306DC35D1C}" type="slidenum">
              <a:rPr lang="en-US" smtClean="0"/>
              <a:pPr/>
              <a:t>37</a:t>
            </a:fld>
            <a:endParaRPr lang="en-US"/>
          </a:p>
        </p:txBody>
      </p:sp>
    </p:spTree>
    <p:extLst>
      <p:ext uri="{BB962C8B-B14F-4D97-AF65-F5344CB8AC3E}">
        <p14:creationId xmlns:p14="http://schemas.microsoft.com/office/powerpoint/2010/main" val="3538834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Example</a:t>
            </a:r>
          </a:p>
        </p:txBody>
      </p:sp>
      <p:sp>
        <p:nvSpPr>
          <p:cNvPr id="3" name="Content Placeholder 2"/>
          <p:cNvSpPr>
            <a:spLocks noGrp="1"/>
          </p:cNvSpPr>
          <p:nvPr>
            <p:ph idx="1"/>
          </p:nvPr>
        </p:nvSpPr>
        <p:spPr>
          <a:xfrm>
            <a:off x="1509753" y="1388012"/>
            <a:ext cx="10349312" cy="5104863"/>
          </a:xfrm>
        </p:spPr>
        <p:txBody>
          <a:bodyPr>
            <a:noAutofit/>
          </a:bodyPr>
          <a:lstStyle/>
          <a:p>
            <a:pPr lvl="0"/>
            <a:r>
              <a:rPr lang="en-US" b="1" dirty="0"/>
              <a:t>Client Makes a Request</a:t>
            </a:r>
            <a:r>
              <a:rPr lang="en-US" dirty="0"/>
              <a:t>:</a:t>
            </a:r>
          </a:p>
          <a:p>
            <a:pPr lvl="1"/>
            <a:r>
              <a:rPr lang="en-US" dirty="0"/>
              <a:t>A user opens a web browser and enters a URL (Uniform Resource Locator), such as "</a:t>
            </a:r>
            <a:r>
              <a:rPr lang="en-US" u="sng" dirty="0">
                <a:hlinkClick r:id="rId3"/>
              </a:rPr>
              <a:t>http://www.example.com/page1</a:t>
            </a:r>
            <a:r>
              <a:rPr lang="en-US" dirty="0"/>
              <a:t>".</a:t>
            </a:r>
          </a:p>
          <a:p>
            <a:pPr lvl="1"/>
            <a:r>
              <a:rPr lang="en-US" dirty="0"/>
              <a:t>The browser translates this URL into an HTTP request, which includes:</a:t>
            </a:r>
          </a:p>
          <a:p>
            <a:pPr lvl="2"/>
            <a:r>
              <a:rPr lang="en-US" dirty="0"/>
              <a:t>The HTTP method (usually "GET" for requesting resources).</a:t>
            </a:r>
          </a:p>
          <a:p>
            <a:pPr lvl="2"/>
            <a:r>
              <a:rPr lang="en-US" dirty="0"/>
              <a:t>The domain name ("</a:t>
            </a:r>
            <a:r>
              <a:rPr lang="en-US" u="sng" dirty="0">
                <a:hlinkClick r:id="rId4"/>
              </a:rPr>
              <a:t>www.example.com</a:t>
            </a:r>
            <a:r>
              <a:rPr lang="en-US" dirty="0"/>
              <a:t>").</a:t>
            </a:r>
          </a:p>
          <a:p>
            <a:pPr lvl="2"/>
            <a:r>
              <a:rPr lang="en-US" dirty="0"/>
              <a:t>The path to the specific resource ("/page1").</a:t>
            </a:r>
          </a:p>
          <a:p>
            <a:pPr lvl="0"/>
            <a:r>
              <a:rPr lang="en-US" b="1" dirty="0"/>
              <a:t>Client Sends the Request</a:t>
            </a:r>
            <a:r>
              <a:rPr lang="en-US" dirty="0"/>
              <a:t>:</a:t>
            </a:r>
          </a:p>
          <a:p>
            <a:pPr lvl="1"/>
            <a:r>
              <a:rPr lang="en-US" dirty="0"/>
              <a:t>The client (web browser) establishes a TCP (Transmission Control Protocol) connection to the server hosting </a:t>
            </a:r>
            <a:r>
              <a:rPr lang="en-US" u="sng" dirty="0">
                <a:hlinkClick r:id="rId4"/>
              </a:rPr>
              <a:t>www.example.com</a:t>
            </a:r>
            <a:r>
              <a:rPr lang="en-US" dirty="0"/>
              <a:t>.</a:t>
            </a:r>
          </a:p>
          <a:p>
            <a:pPr lvl="1"/>
            <a:r>
              <a:rPr lang="en-US" dirty="0"/>
              <a:t>It sends the HTTP request to the server.</a:t>
            </a:r>
          </a:p>
          <a:p>
            <a:pPr lvl="0"/>
            <a:r>
              <a:rPr lang="en-US" b="1" dirty="0"/>
              <a:t>Server Processes the Request</a:t>
            </a:r>
            <a:r>
              <a:rPr lang="en-US" dirty="0"/>
              <a:t>:</a:t>
            </a:r>
          </a:p>
          <a:p>
            <a:pPr lvl="1"/>
            <a:r>
              <a:rPr lang="en-US" dirty="0"/>
              <a:t>The web server at </a:t>
            </a:r>
            <a:r>
              <a:rPr lang="en-US" u="sng" dirty="0">
                <a:hlinkClick r:id="rId4"/>
              </a:rPr>
              <a:t>www.example.com</a:t>
            </a:r>
            <a:r>
              <a:rPr lang="en-US" dirty="0"/>
              <a:t> receives the HTTP request.</a:t>
            </a:r>
          </a:p>
          <a:p>
            <a:pPr lvl="1"/>
            <a:r>
              <a:rPr lang="en-US" dirty="0"/>
              <a:t>It parses the request, identifies the requested resource ("/page1"), and locates the corresponding file or generates dynamic content.</a:t>
            </a:r>
          </a:p>
        </p:txBody>
      </p:sp>
      <p:sp>
        <p:nvSpPr>
          <p:cNvPr id="4" name="Footer Placeholder 3"/>
          <p:cNvSpPr>
            <a:spLocks noGrp="1"/>
          </p:cNvSpPr>
          <p:nvPr>
            <p:ph type="ftr" sz="quarter" idx="11"/>
          </p:nvPr>
        </p:nvSpPr>
        <p:spPr>
          <a:xfrm>
            <a:off x="2593602"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E9B49DA2-320E-1659-5058-1E6B554C1921}"/>
              </a:ext>
            </a:extLst>
          </p:cNvPr>
          <p:cNvSpPr>
            <a:spLocks noGrp="1"/>
          </p:cNvSpPr>
          <p:nvPr>
            <p:ph type="sldNum" sz="quarter" idx="12"/>
          </p:nvPr>
        </p:nvSpPr>
        <p:spPr/>
        <p:txBody>
          <a:bodyPr/>
          <a:lstStyle/>
          <a:p>
            <a:fld id="{EA01E00C-350D-493E-B140-69306DC35D1C}" type="slidenum">
              <a:rPr lang="en-US" smtClean="0"/>
              <a:pPr/>
              <a:t>38</a:t>
            </a:fld>
            <a:endParaRPr lang="en-US"/>
          </a:p>
        </p:txBody>
      </p:sp>
    </p:spTree>
    <p:extLst>
      <p:ext uri="{BB962C8B-B14F-4D97-AF65-F5344CB8AC3E}">
        <p14:creationId xmlns:p14="http://schemas.microsoft.com/office/powerpoint/2010/main" val="632549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Example </a:t>
            </a:r>
            <a:r>
              <a:rPr lang="en-US" sz="1600" dirty="0"/>
              <a:t>(cont.)</a:t>
            </a:r>
            <a:endParaRPr lang="en-US" dirty="0"/>
          </a:p>
        </p:txBody>
      </p:sp>
      <p:sp>
        <p:nvSpPr>
          <p:cNvPr id="3" name="Content Placeholder 2"/>
          <p:cNvSpPr>
            <a:spLocks noGrp="1"/>
          </p:cNvSpPr>
          <p:nvPr>
            <p:ph idx="1"/>
          </p:nvPr>
        </p:nvSpPr>
        <p:spPr>
          <a:xfrm>
            <a:off x="1478540" y="1440766"/>
            <a:ext cx="10296118" cy="5052109"/>
          </a:xfrm>
        </p:spPr>
        <p:txBody>
          <a:bodyPr>
            <a:normAutofit/>
          </a:bodyPr>
          <a:lstStyle/>
          <a:p>
            <a:pPr lvl="0"/>
            <a:r>
              <a:rPr lang="en-US" sz="2000" b="1" dirty="0"/>
              <a:t>Server Sends the Response</a:t>
            </a:r>
            <a:r>
              <a:rPr lang="en-US" sz="2000" dirty="0"/>
              <a:t>:</a:t>
            </a:r>
          </a:p>
          <a:p>
            <a:pPr lvl="1"/>
            <a:r>
              <a:rPr lang="en-US" sz="1800" dirty="0"/>
              <a:t>The server constructs an HTTP response, which includes:</a:t>
            </a:r>
          </a:p>
          <a:p>
            <a:pPr lvl="2"/>
            <a:r>
              <a:rPr lang="en-US" sz="1600" dirty="0"/>
              <a:t>An HTTP status code (e.g., 200 for success or 404 for "Not Found").</a:t>
            </a:r>
          </a:p>
          <a:p>
            <a:pPr lvl="2"/>
            <a:r>
              <a:rPr lang="en-US" sz="1600" dirty="0"/>
              <a:t>The content type (e.g., "text/html" for HTML pages).</a:t>
            </a:r>
          </a:p>
          <a:p>
            <a:pPr lvl="2"/>
            <a:r>
              <a:rPr lang="en-US" sz="1600" dirty="0"/>
              <a:t>The requested resource's content (e.g., the HTML code of "page1").</a:t>
            </a:r>
          </a:p>
          <a:p>
            <a:pPr lvl="1"/>
            <a:r>
              <a:rPr lang="en-US" sz="1800" dirty="0"/>
              <a:t>It sends this response back to the client over the established TCP connection.</a:t>
            </a:r>
          </a:p>
          <a:p>
            <a:pPr lvl="0"/>
            <a:r>
              <a:rPr lang="en-US" sz="2000" b="1" dirty="0"/>
              <a:t>Client Receives and Renders the Response</a:t>
            </a:r>
            <a:r>
              <a:rPr lang="en-US" sz="2000" dirty="0"/>
              <a:t>:</a:t>
            </a:r>
          </a:p>
          <a:p>
            <a:pPr lvl="1"/>
            <a:r>
              <a:rPr lang="en-US" sz="1800" dirty="0"/>
              <a:t>The client's web browser receives the HTTP response.</a:t>
            </a:r>
          </a:p>
          <a:p>
            <a:pPr lvl="1"/>
            <a:r>
              <a:rPr lang="en-US" sz="1800" dirty="0"/>
              <a:t>It processes the response, renders the HTML content, and displays the web page to the user.</a:t>
            </a:r>
          </a:p>
          <a:p>
            <a:pPr lvl="0"/>
            <a:r>
              <a:rPr lang="en-US" sz="2000" b="1" dirty="0"/>
              <a:t>Connection Closes</a:t>
            </a:r>
            <a:r>
              <a:rPr lang="en-US" sz="2000" dirty="0"/>
              <a:t>:</a:t>
            </a:r>
          </a:p>
          <a:p>
            <a:r>
              <a:rPr lang="en-US" sz="2000" dirty="0"/>
              <a:t>After the response is sent, the TCP connection is closed, and the HTTP transaction is complete.</a:t>
            </a:r>
          </a:p>
        </p:txBody>
      </p:sp>
      <p:sp>
        <p:nvSpPr>
          <p:cNvPr id="4" name="Footer Placeholder 3"/>
          <p:cNvSpPr>
            <a:spLocks noGrp="1"/>
          </p:cNvSpPr>
          <p:nvPr>
            <p:ph type="ftr" sz="quarter" idx="11"/>
          </p:nvPr>
        </p:nvSpPr>
        <p:spPr>
          <a:xfrm>
            <a:off x="2702429" y="6492875"/>
            <a:ext cx="7621984" cy="365125"/>
          </a:xfrm>
        </p:spPr>
        <p:txBody>
          <a:bodyPr/>
          <a:lstStyle/>
          <a:p>
            <a:pPr algn="ctr"/>
            <a:r>
              <a:rPr lang="en-US" smtClean="0">
                <a:solidFill>
                  <a:prstClr val="black">
                    <a:tint val="75000"/>
                  </a:prstClr>
                </a:solidFill>
              </a:rPr>
              <a:t>Web Technologies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BBEDAE6F-062A-F5EB-1148-28E599C688AB}"/>
              </a:ext>
            </a:extLst>
          </p:cNvPr>
          <p:cNvSpPr>
            <a:spLocks noGrp="1"/>
          </p:cNvSpPr>
          <p:nvPr>
            <p:ph type="sldNum" sz="quarter" idx="12"/>
          </p:nvPr>
        </p:nvSpPr>
        <p:spPr/>
        <p:txBody>
          <a:bodyPr/>
          <a:lstStyle/>
          <a:p>
            <a:fld id="{EA01E00C-350D-493E-B140-69306DC35D1C}" type="slidenum">
              <a:rPr lang="en-US" smtClean="0"/>
              <a:pPr/>
              <a:t>39</a:t>
            </a:fld>
            <a:endParaRPr lang="en-US"/>
          </a:p>
        </p:txBody>
      </p:sp>
    </p:spTree>
    <p:extLst>
      <p:ext uri="{BB962C8B-B14F-4D97-AF65-F5344CB8AC3E}">
        <p14:creationId xmlns:p14="http://schemas.microsoft.com/office/powerpoint/2010/main" val="2368061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2517" y="3073395"/>
            <a:ext cx="3589484" cy="1280890"/>
          </a:xfrm>
        </p:spPr>
        <p:txBody>
          <a:bodyPr/>
          <a:lstStyle/>
          <a:p>
            <a:r>
              <a:rPr lang="en-US" dirty="0"/>
              <a:t>Thank You</a:t>
            </a:r>
          </a:p>
        </p:txBody>
      </p:sp>
      <p:sp>
        <p:nvSpPr>
          <p:cNvPr id="4" name="Footer Placeholder 3"/>
          <p:cNvSpPr>
            <a:spLocks noGrp="1"/>
          </p:cNvSpPr>
          <p:nvPr>
            <p:ph type="ftr" sz="quarter" idx="11"/>
          </p:nvPr>
        </p:nvSpPr>
        <p:spPr/>
        <p:txBody>
          <a:bodyPr/>
          <a:lstStyle/>
          <a:p>
            <a:r>
              <a:rPr lang="en-US" smtClean="0">
                <a:solidFill>
                  <a:prstClr val="black">
                    <a:tint val="75000"/>
                  </a:prstClr>
                </a:solidFill>
              </a:rPr>
              <a:t>Web Technologies</a:t>
            </a:r>
            <a:endParaRPr lang="en-US" dirty="0">
              <a:solidFill>
                <a:prstClr val="black">
                  <a:tint val="75000"/>
                </a:prstClr>
              </a:solidFill>
            </a:endParaRPr>
          </a:p>
        </p:txBody>
      </p:sp>
      <p:sp>
        <p:nvSpPr>
          <p:cNvPr id="6" name="Content Placeholder 5">
            <a:extLst>
              <a:ext uri="{FF2B5EF4-FFF2-40B4-BE49-F238E27FC236}">
                <a16:creationId xmlns="" xmlns:a16="http://schemas.microsoft.com/office/drawing/2014/main" id="{F957518F-99C2-3BFC-0A5F-15CB83BEBAAA}"/>
              </a:ext>
            </a:extLst>
          </p:cNvPr>
          <p:cNvSpPr>
            <a:spLocks noGrp="1"/>
          </p:cNvSpPr>
          <p:nvPr>
            <p:ph idx="1"/>
          </p:nvPr>
        </p:nvSpPr>
        <p:spPr/>
        <p:txBody>
          <a:bodyPr/>
          <a:lstStyle/>
          <a:p>
            <a:endParaRPr lang="en-US"/>
          </a:p>
        </p:txBody>
      </p:sp>
      <p:sp>
        <p:nvSpPr>
          <p:cNvPr id="3" name="Slide Number Placeholder 2">
            <a:extLst>
              <a:ext uri="{FF2B5EF4-FFF2-40B4-BE49-F238E27FC236}">
                <a16:creationId xmlns="" xmlns:a16="http://schemas.microsoft.com/office/drawing/2014/main" id="{C7E9A3AB-153C-1C8C-8B67-538A6B928ADB}"/>
              </a:ext>
            </a:extLst>
          </p:cNvPr>
          <p:cNvSpPr>
            <a:spLocks noGrp="1"/>
          </p:cNvSpPr>
          <p:nvPr>
            <p:ph type="sldNum" sz="quarter" idx="12"/>
          </p:nvPr>
        </p:nvSpPr>
        <p:spPr/>
        <p:txBody>
          <a:bodyPr/>
          <a:lstStyle/>
          <a:p>
            <a:fld id="{EA01E00C-350D-493E-B140-69306DC35D1C}" type="slidenum">
              <a:rPr lang="en-US" smtClean="0"/>
              <a:pPr/>
              <a:t>40</a:t>
            </a:fld>
            <a:endParaRPr lang="en-US"/>
          </a:p>
        </p:txBody>
      </p:sp>
    </p:spTree>
    <p:extLst>
      <p:ext uri="{BB962C8B-B14F-4D97-AF65-F5344CB8AC3E}">
        <p14:creationId xmlns:p14="http://schemas.microsoft.com/office/powerpoint/2010/main" val="125066161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1672</TotalTime>
  <Words>2553</Words>
  <Application>Microsoft Office PowerPoint</Application>
  <PresentationFormat>Widescreen</PresentationFormat>
  <Paragraphs>304</Paragraphs>
  <Slides>40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Arial</vt:lpstr>
      <vt:lpstr>Calibri</vt:lpstr>
      <vt:lpstr>Century Gothic</vt:lpstr>
      <vt:lpstr>Corbel</vt:lpstr>
      <vt:lpstr>Times New Roman</vt:lpstr>
      <vt:lpstr>Wingdings 3</vt:lpstr>
      <vt:lpstr>Wisp</vt:lpstr>
      <vt:lpstr>Web Technologies</vt:lpstr>
      <vt:lpstr>Introduction to Web Development:  Internet vs. Web; client-server request-response model Core terminology: URL/URI, HTTP/HTTPS, DNS, hosting, web server and browser Web standards and bodies (W3C, WHATWG, ECMA, IETF); application types: static, dynamic, MPA, SPA, PWA Tiered Web Architecture: one-tier, 2-tier and 3-tier, N-tier</vt:lpstr>
      <vt:lpstr>Internet Vs. Web</vt:lpstr>
      <vt:lpstr>Client-Server Request-Response Model</vt:lpstr>
      <vt:lpstr>Client-Server Request-Response Model (cont.)</vt:lpstr>
      <vt:lpstr>Client-Server Request-Response Model (cont.)</vt:lpstr>
      <vt:lpstr>PowerPoint Presentation</vt:lpstr>
      <vt:lpstr>PowerPoint Presentation</vt:lpstr>
      <vt:lpstr>Uniform Resource Identifier (URI)</vt:lpstr>
      <vt:lpstr>Uniform Resource Locator (URL)</vt:lpstr>
      <vt:lpstr>Protocol</vt:lpstr>
      <vt:lpstr>Domain Name</vt:lpstr>
      <vt:lpstr>Web Hosting</vt:lpstr>
      <vt:lpstr>SEO (Search Engine Optimization)</vt:lpstr>
      <vt:lpstr>Web Browser</vt:lpstr>
      <vt:lpstr>Web Server</vt:lpstr>
      <vt:lpstr>Web Standards</vt:lpstr>
      <vt:lpstr>PowerPoint Presentation</vt:lpstr>
      <vt:lpstr>PowerPoint Presentation</vt:lpstr>
      <vt:lpstr>Web Application Types</vt:lpstr>
      <vt:lpstr>Static Web Applications</vt:lpstr>
      <vt:lpstr>Dynamic Web Application</vt:lpstr>
      <vt:lpstr>Multi-page Application (MPA)</vt:lpstr>
      <vt:lpstr>Single Page Application (SPA)</vt:lpstr>
      <vt:lpstr>Progressive Web Applications (PWA)</vt:lpstr>
      <vt:lpstr>Web Architectures</vt:lpstr>
      <vt:lpstr>Presentation Layer</vt:lpstr>
      <vt:lpstr>Application Layer</vt:lpstr>
      <vt:lpstr>Data Layer</vt:lpstr>
      <vt:lpstr>1-Tier Architecture</vt:lpstr>
      <vt:lpstr>1-Tier Architecture (cont.)</vt:lpstr>
      <vt:lpstr>1-Tier Architecture (cont.)</vt:lpstr>
      <vt:lpstr>2-Tier Architecture</vt:lpstr>
      <vt:lpstr>2-Tier Architecture (cont.)</vt:lpstr>
      <vt:lpstr>3-Tier Architecture</vt:lpstr>
      <vt:lpstr>3-Tier Architecture (cont.)</vt:lpstr>
      <vt:lpstr>Hyper Text Transfer Protocol</vt:lpstr>
      <vt:lpstr>HTTP Example</vt:lpstr>
      <vt:lpstr>HTTP Example (cont.)</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faiza</dc:creator>
  <cp:lastModifiedBy>Microsoft account</cp:lastModifiedBy>
  <cp:revision>51</cp:revision>
  <dcterms:created xsi:type="dcterms:W3CDTF">2024-08-30T06:32:38Z</dcterms:created>
  <dcterms:modified xsi:type="dcterms:W3CDTF">2026-09-11T06:09:36Z</dcterms:modified>
</cp:coreProperties>
</file>