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handoutMasterIdLst>
    <p:handoutMasterId r:id="rId72"/>
  </p:handoutMasterIdLst>
  <p:sldIdLst>
    <p:sldId id="287"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61" r:id="rId17"/>
    <p:sldId id="362" r:id="rId18"/>
    <p:sldId id="271" r:id="rId19"/>
    <p:sldId id="272" r:id="rId20"/>
    <p:sldId id="273" r:id="rId21"/>
    <p:sldId id="274" r:id="rId22"/>
    <p:sldId id="354" r:id="rId23"/>
    <p:sldId id="275" r:id="rId24"/>
    <p:sldId id="276" r:id="rId25"/>
    <p:sldId id="363" r:id="rId26"/>
    <p:sldId id="277" r:id="rId27"/>
    <p:sldId id="278" r:id="rId28"/>
    <p:sldId id="279" r:id="rId29"/>
    <p:sldId id="280" r:id="rId30"/>
    <p:sldId id="281" r:id="rId31"/>
    <p:sldId id="282" r:id="rId32"/>
    <p:sldId id="364" r:id="rId33"/>
    <p:sldId id="365" r:id="rId34"/>
    <p:sldId id="366" r:id="rId35"/>
    <p:sldId id="283" r:id="rId36"/>
    <p:sldId id="300" r:id="rId37"/>
    <p:sldId id="301" r:id="rId38"/>
    <p:sldId id="302" r:id="rId39"/>
    <p:sldId id="303" r:id="rId40"/>
    <p:sldId id="306" r:id="rId41"/>
    <p:sldId id="307" r:id="rId42"/>
    <p:sldId id="308" r:id="rId43"/>
    <p:sldId id="309" r:id="rId44"/>
    <p:sldId id="311" r:id="rId45"/>
    <p:sldId id="314" r:id="rId46"/>
    <p:sldId id="318" r:id="rId47"/>
    <p:sldId id="319" r:id="rId48"/>
    <p:sldId id="320" r:id="rId49"/>
    <p:sldId id="321" r:id="rId50"/>
    <p:sldId id="284" r:id="rId51"/>
    <p:sldId id="285" r:id="rId52"/>
    <p:sldId id="477" r:id="rId53"/>
    <p:sldId id="286" r:id="rId54"/>
    <p:sldId id="357" r:id="rId55"/>
    <p:sldId id="358" r:id="rId56"/>
    <p:sldId id="359" r:id="rId57"/>
    <p:sldId id="360" r:id="rId58"/>
    <p:sldId id="476" r:id="rId59"/>
    <p:sldId id="447" r:id="rId60"/>
    <p:sldId id="478" r:id="rId61"/>
    <p:sldId id="479" r:id="rId62"/>
    <p:sldId id="448" r:id="rId63"/>
    <p:sldId id="449" r:id="rId64"/>
    <p:sldId id="450" r:id="rId65"/>
    <p:sldId id="451" r:id="rId66"/>
    <p:sldId id="452" r:id="rId67"/>
    <p:sldId id="453" r:id="rId68"/>
    <p:sldId id="454" r:id="rId69"/>
    <p:sldId id="455"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F5A2F-CC55-4F72-AEF2-CFE8F48859BF}" v="31" dt="2026-09-16T06:10:21.007"/>
    <p1510:client id="{3F9AE406-C71E-413D-9A47-3FB785E485C9}" v="6" dt="2026-09-15T11:06:15.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992" autoAdjust="0"/>
  </p:normalViewPr>
  <p:slideViewPr>
    <p:cSldViewPr snapToGrid="0">
      <p:cViewPr varScale="1">
        <p:scale>
          <a:sx n="52" d="100"/>
          <a:sy n="52" d="100"/>
        </p:scale>
        <p:origin x="888" y="4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ZA KHAN" userId="49b73bd8-6afc-47db-8ee9-a3d9e4f65dc0" providerId="ADAL" clId="{4B9DAC7E-8B1C-4215-AE82-34466FE0114B}"/>
    <pc:docChg chg="undo redo custSel addSld delSld modSld sldOrd">
      <pc:chgData name="FAIZA KHAN" userId="49b73bd8-6afc-47db-8ee9-a3d9e4f65dc0" providerId="ADAL" clId="{4B9DAC7E-8B1C-4215-AE82-34466FE0114B}" dt="2026-09-16T06:20:37.343" v="2079" actId="14100"/>
      <pc:docMkLst>
        <pc:docMk/>
      </pc:docMkLst>
      <pc:sldChg chg="modSp del mod">
        <pc:chgData name="FAIZA KHAN" userId="49b73bd8-6afc-47db-8ee9-a3d9e4f65dc0" providerId="ADAL" clId="{4B9DAC7E-8B1C-4215-AE82-34466FE0114B}" dt="2026-09-15T10:41:48.136" v="1462" actId="47"/>
        <pc:sldMkLst>
          <pc:docMk/>
          <pc:sldMk cId="553254871" sldId="256"/>
        </pc:sldMkLst>
      </pc:sldChg>
      <pc:sldChg chg="new del">
        <pc:chgData name="FAIZA KHAN" userId="49b73bd8-6afc-47db-8ee9-a3d9e4f65dc0" providerId="ADAL" clId="{4B9DAC7E-8B1C-4215-AE82-34466FE0114B}" dt="2026-09-15T10:42:16.065" v="1465" actId="2696"/>
        <pc:sldMkLst>
          <pc:docMk/>
          <pc:sldMk cId="3948208894" sldId="256"/>
        </pc:sldMkLst>
      </pc:sldChg>
      <pc:sldChg chg="modSp add mod">
        <pc:chgData name="FAIZA KHAN" userId="49b73bd8-6afc-47db-8ee9-a3d9e4f65dc0" providerId="ADAL" clId="{4B9DAC7E-8B1C-4215-AE82-34466FE0114B}" dt="2026-09-16T05:49:23.176" v="2032" actId="20577"/>
        <pc:sldMkLst>
          <pc:docMk/>
          <pc:sldMk cId="0" sldId="257"/>
        </pc:sldMkLst>
        <pc:spChg chg="mod">
          <ac:chgData name="FAIZA KHAN" userId="49b73bd8-6afc-47db-8ee9-a3d9e4f65dc0" providerId="ADAL" clId="{4B9DAC7E-8B1C-4215-AE82-34466FE0114B}" dt="2026-09-16T05:49:23.176" v="2032" actId="20577"/>
          <ac:spMkLst>
            <pc:docMk/>
            <pc:sldMk cId="0" sldId="257"/>
            <ac:spMk id="3" creationId="{00000000-0000-0000-0000-000000000000}"/>
          </ac:spMkLst>
        </pc:spChg>
        <pc:spChg chg="mod">
          <ac:chgData name="FAIZA KHAN" userId="49b73bd8-6afc-47db-8ee9-a3d9e4f65dc0" providerId="ADAL" clId="{4B9DAC7E-8B1C-4215-AE82-34466FE0114B}" dt="2026-09-16T05:49:04.659" v="2015" actId="20577"/>
          <ac:spMkLst>
            <pc:docMk/>
            <pc:sldMk cId="0" sldId="257"/>
            <ac:spMk id="4" creationId="{00000000-0000-0000-0000-000000000000}"/>
          </ac:spMkLst>
        </pc:spChg>
      </pc:sldChg>
      <pc:sldChg chg="del">
        <pc:chgData name="FAIZA KHAN" userId="49b73bd8-6afc-47db-8ee9-a3d9e4f65dc0" providerId="ADAL" clId="{4B9DAC7E-8B1C-4215-AE82-34466FE0114B}" dt="2026-09-15T10:41:48.136" v="1462" actId="47"/>
        <pc:sldMkLst>
          <pc:docMk/>
          <pc:sldMk cId="1143531370" sldId="257"/>
        </pc:sldMkLst>
      </pc:sldChg>
      <pc:sldChg chg="modSp add mod">
        <pc:chgData name="FAIZA KHAN" userId="49b73bd8-6afc-47db-8ee9-a3d9e4f65dc0" providerId="ADAL" clId="{4B9DAC7E-8B1C-4215-AE82-34466FE0114B}" dt="2026-09-16T05:57:05.885" v="2042" actId="20577"/>
        <pc:sldMkLst>
          <pc:docMk/>
          <pc:sldMk cId="0" sldId="258"/>
        </pc:sldMkLst>
        <pc:spChg chg="mod">
          <ac:chgData name="FAIZA KHAN" userId="49b73bd8-6afc-47db-8ee9-a3d9e4f65dc0" providerId="ADAL" clId="{4B9DAC7E-8B1C-4215-AE82-34466FE0114B}" dt="2026-09-15T10:42:39.253" v="1470" actId="1076"/>
          <ac:spMkLst>
            <pc:docMk/>
            <pc:sldMk cId="0" sldId="258"/>
            <ac:spMk id="3" creationId="{00000000-0000-0000-0000-000000000000}"/>
          </ac:spMkLst>
        </pc:spChg>
        <pc:spChg chg="mod">
          <ac:chgData name="FAIZA KHAN" userId="49b73bd8-6afc-47db-8ee9-a3d9e4f65dc0" providerId="ADAL" clId="{4B9DAC7E-8B1C-4215-AE82-34466FE0114B}" dt="2026-09-16T05:57:05.885" v="2042" actId="20577"/>
          <ac:spMkLst>
            <pc:docMk/>
            <pc:sldMk cId="0" sldId="258"/>
            <ac:spMk id="4" creationId="{00000000-0000-0000-0000-000000000000}"/>
          </ac:spMkLst>
        </pc:spChg>
      </pc:sldChg>
      <pc:sldChg chg="addSp delSp modSp add mod">
        <pc:chgData name="FAIZA KHAN" userId="49b73bd8-6afc-47db-8ee9-a3d9e4f65dc0" providerId="ADAL" clId="{4B9DAC7E-8B1C-4215-AE82-34466FE0114B}" dt="2026-09-15T10:51:31.160" v="1568" actId="1076"/>
        <pc:sldMkLst>
          <pc:docMk/>
          <pc:sldMk cId="0" sldId="259"/>
        </pc:sldMkLst>
        <pc:spChg chg="del">
          <ac:chgData name="FAIZA KHAN" userId="49b73bd8-6afc-47db-8ee9-a3d9e4f65dc0" providerId="ADAL" clId="{4B9DAC7E-8B1C-4215-AE82-34466FE0114B}" dt="2026-09-15T10:42:48.658" v="1473" actId="478"/>
          <ac:spMkLst>
            <pc:docMk/>
            <pc:sldMk cId="0" sldId="259"/>
            <ac:spMk id="2" creationId="{00000000-0000-0000-0000-000000000000}"/>
          </ac:spMkLst>
        </pc:spChg>
        <pc:spChg chg="add del mod">
          <ac:chgData name="FAIZA KHAN" userId="49b73bd8-6afc-47db-8ee9-a3d9e4f65dc0" providerId="ADAL" clId="{4B9DAC7E-8B1C-4215-AE82-34466FE0114B}" dt="2026-09-15T10:42:54.979" v="1474" actId="1076"/>
          <ac:spMkLst>
            <pc:docMk/>
            <pc:sldMk cId="0" sldId="259"/>
            <ac:spMk id="3" creationId="{00000000-0000-0000-0000-000000000000}"/>
          </ac:spMkLst>
        </pc:spChg>
        <pc:spChg chg="mod">
          <ac:chgData name="FAIZA KHAN" userId="49b73bd8-6afc-47db-8ee9-a3d9e4f65dc0" providerId="ADAL" clId="{4B9DAC7E-8B1C-4215-AE82-34466FE0114B}" dt="2026-09-15T10:51:31.160" v="1568" actId="1076"/>
          <ac:spMkLst>
            <pc:docMk/>
            <pc:sldMk cId="0" sldId="259"/>
            <ac:spMk id="4" creationId="{00000000-0000-0000-0000-000000000000}"/>
          </ac:spMkLst>
        </pc:spChg>
      </pc:sldChg>
      <pc:sldChg chg="delSp modSp add del mod setBg delDesignElem">
        <pc:chgData name="FAIZA KHAN" userId="49b73bd8-6afc-47db-8ee9-a3d9e4f65dc0" providerId="ADAL" clId="{4B9DAC7E-8B1C-4215-AE82-34466FE0114B}" dt="2026-09-15T10:41:48.136" v="1462" actId="47"/>
        <pc:sldMkLst>
          <pc:docMk/>
          <pc:sldMk cId="684378310" sldId="259"/>
        </pc:sldMkLst>
      </pc:sldChg>
      <pc:sldChg chg="delSp modSp add mod">
        <pc:chgData name="FAIZA KHAN" userId="49b73bd8-6afc-47db-8ee9-a3d9e4f65dc0" providerId="ADAL" clId="{4B9DAC7E-8B1C-4215-AE82-34466FE0114B}" dt="2026-09-15T10:51:36.238" v="1569" actId="1076"/>
        <pc:sldMkLst>
          <pc:docMk/>
          <pc:sldMk cId="0" sldId="260"/>
        </pc:sldMkLst>
        <pc:spChg chg="del">
          <ac:chgData name="FAIZA KHAN" userId="49b73bd8-6afc-47db-8ee9-a3d9e4f65dc0" providerId="ADAL" clId="{4B9DAC7E-8B1C-4215-AE82-34466FE0114B}" dt="2026-09-15T10:43:08.110" v="1476" actId="478"/>
          <ac:spMkLst>
            <pc:docMk/>
            <pc:sldMk cId="0" sldId="260"/>
            <ac:spMk id="2" creationId="{00000000-0000-0000-0000-000000000000}"/>
          </ac:spMkLst>
        </pc:spChg>
        <pc:spChg chg="mod">
          <ac:chgData name="FAIZA KHAN" userId="49b73bd8-6afc-47db-8ee9-a3d9e4f65dc0" providerId="ADAL" clId="{4B9DAC7E-8B1C-4215-AE82-34466FE0114B}" dt="2026-09-15T10:43:13.169" v="1477" actId="1076"/>
          <ac:spMkLst>
            <pc:docMk/>
            <pc:sldMk cId="0" sldId="260"/>
            <ac:spMk id="3" creationId="{00000000-0000-0000-0000-000000000000}"/>
          </ac:spMkLst>
        </pc:spChg>
        <pc:spChg chg="mod">
          <ac:chgData name="FAIZA KHAN" userId="49b73bd8-6afc-47db-8ee9-a3d9e4f65dc0" providerId="ADAL" clId="{4B9DAC7E-8B1C-4215-AE82-34466FE0114B}" dt="2026-09-15T10:51:36.238" v="1569" actId="1076"/>
          <ac:spMkLst>
            <pc:docMk/>
            <pc:sldMk cId="0" sldId="260"/>
            <ac:spMk id="4" creationId="{00000000-0000-0000-0000-000000000000}"/>
          </ac:spMkLst>
        </pc:spChg>
      </pc:sldChg>
      <pc:sldChg chg="delSp add del setBg delDesignElem">
        <pc:chgData name="FAIZA KHAN" userId="49b73bd8-6afc-47db-8ee9-a3d9e4f65dc0" providerId="ADAL" clId="{4B9DAC7E-8B1C-4215-AE82-34466FE0114B}" dt="2026-09-15T10:41:48.136" v="1462" actId="47"/>
        <pc:sldMkLst>
          <pc:docMk/>
          <pc:sldMk cId="438735557" sldId="260"/>
        </pc:sldMkLst>
      </pc:sldChg>
      <pc:sldChg chg="delSp modSp add mod">
        <pc:chgData name="FAIZA KHAN" userId="49b73bd8-6afc-47db-8ee9-a3d9e4f65dc0" providerId="ADAL" clId="{4B9DAC7E-8B1C-4215-AE82-34466FE0114B}" dt="2026-09-15T10:51:40.708" v="1570" actId="1076"/>
        <pc:sldMkLst>
          <pc:docMk/>
          <pc:sldMk cId="0" sldId="261"/>
        </pc:sldMkLst>
        <pc:spChg chg="del">
          <ac:chgData name="FAIZA KHAN" userId="49b73bd8-6afc-47db-8ee9-a3d9e4f65dc0" providerId="ADAL" clId="{4B9DAC7E-8B1C-4215-AE82-34466FE0114B}" dt="2026-09-15T10:43:26.448" v="1479" actId="478"/>
          <ac:spMkLst>
            <pc:docMk/>
            <pc:sldMk cId="0" sldId="261"/>
            <ac:spMk id="2" creationId="{00000000-0000-0000-0000-000000000000}"/>
          </ac:spMkLst>
        </pc:spChg>
        <pc:spChg chg="mod">
          <ac:chgData name="FAIZA KHAN" userId="49b73bd8-6afc-47db-8ee9-a3d9e4f65dc0" providerId="ADAL" clId="{4B9DAC7E-8B1C-4215-AE82-34466FE0114B}" dt="2026-09-15T10:43:31.595" v="1480" actId="1076"/>
          <ac:spMkLst>
            <pc:docMk/>
            <pc:sldMk cId="0" sldId="261"/>
            <ac:spMk id="3" creationId="{00000000-0000-0000-0000-000000000000}"/>
          </ac:spMkLst>
        </pc:spChg>
        <pc:spChg chg="mod">
          <ac:chgData name="FAIZA KHAN" userId="49b73bd8-6afc-47db-8ee9-a3d9e4f65dc0" providerId="ADAL" clId="{4B9DAC7E-8B1C-4215-AE82-34466FE0114B}" dt="2026-09-15T10:51:40.708" v="1570" actId="1076"/>
          <ac:spMkLst>
            <pc:docMk/>
            <pc:sldMk cId="0" sldId="261"/>
            <ac:spMk id="4" creationId="{00000000-0000-0000-0000-000000000000}"/>
          </ac:spMkLst>
        </pc:spChg>
      </pc:sldChg>
      <pc:sldChg chg="add del">
        <pc:chgData name="FAIZA KHAN" userId="49b73bd8-6afc-47db-8ee9-a3d9e4f65dc0" providerId="ADAL" clId="{4B9DAC7E-8B1C-4215-AE82-34466FE0114B}" dt="2026-09-15T10:41:48.136" v="1462" actId="47"/>
        <pc:sldMkLst>
          <pc:docMk/>
          <pc:sldMk cId="627644259" sldId="261"/>
        </pc:sldMkLst>
      </pc:sldChg>
      <pc:sldChg chg="delSp modSp add mod">
        <pc:chgData name="FAIZA KHAN" userId="49b73bd8-6afc-47db-8ee9-a3d9e4f65dc0" providerId="ADAL" clId="{4B9DAC7E-8B1C-4215-AE82-34466FE0114B}" dt="2026-09-15T10:51:45.800" v="1571" actId="1076"/>
        <pc:sldMkLst>
          <pc:docMk/>
          <pc:sldMk cId="0" sldId="262"/>
        </pc:sldMkLst>
        <pc:spChg chg="del">
          <ac:chgData name="FAIZA KHAN" userId="49b73bd8-6afc-47db-8ee9-a3d9e4f65dc0" providerId="ADAL" clId="{4B9DAC7E-8B1C-4215-AE82-34466FE0114B}" dt="2026-09-15T10:43:41.806" v="1482" actId="478"/>
          <ac:spMkLst>
            <pc:docMk/>
            <pc:sldMk cId="0" sldId="262"/>
            <ac:spMk id="2" creationId="{00000000-0000-0000-0000-000000000000}"/>
          </ac:spMkLst>
        </pc:spChg>
        <pc:spChg chg="mod">
          <ac:chgData name="FAIZA KHAN" userId="49b73bd8-6afc-47db-8ee9-a3d9e4f65dc0" providerId="ADAL" clId="{4B9DAC7E-8B1C-4215-AE82-34466FE0114B}" dt="2026-09-15T10:43:46.542" v="1483" actId="1076"/>
          <ac:spMkLst>
            <pc:docMk/>
            <pc:sldMk cId="0" sldId="262"/>
            <ac:spMk id="3" creationId="{00000000-0000-0000-0000-000000000000}"/>
          </ac:spMkLst>
        </pc:spChg>
        <pc:spChg chg="mod">
          <ac:chgData name="FAIZA KHAN" userId="49b73bd8-6afc-47db-8ee9-a3d9e4f65dc0" providerId="ADAL" clId="{4B9DAC7E-8B1C-4215-AE82-34466FE0114B}" dt="2026-09-15T10:51:45.800" v="1571" actId="1076"/>
          <ac:spMkLst>
            <pc:docMk/>
            <pc:sldMk cId="0" sldId="262"/>
            <ac:spMk id="4" creationId="{00000000-0000-0000-0000-000000000000}"/>
          </ac:spMkLst>
        </pc:spChg>
      </pc:sldChg>
      <pc:sldChg chg="addSp modSp del mod">
        <pc:chgData name="FAIZA KHAN" userId="49b73bd8-6afc-47db-8ee9-a3d9e4f65dc0" providerId="ADAL" clId="{4B9DAC7E-8B1C-4215-AE82-34466FE0114B}" dt="2026-09-15T10:41:48.136" v="1462" actId="47"/>
        <pc:sldMkLst>
          <pc:docMk/>
          <pc:sldMk cId="3538530330" sldId="262"/>
        </pc:sldMkLst>
      </pc:sldChg>
      <pc:sldChg chg="delSp modSp add mod">
        <pc:chgData name="FAIZA KHAN" userId="49b73bd8-6afc-47db-8ee9-a3d9e4f65dc0" providerId="ADAL" clId="{4B9DAC7E-8B1C-4215-AE82-34466FE0114B}" dt="2026-09-15T10:51:51.146" v="1572" actId="1076"/>
        <pc:sldMkLst>
          <pc:docMk/>
          <pc:sldMk cId="0" sldId="263"/>
        </pc:sldMkLst>
        <pc:spChg chg="del">
          <ac:chgData name="FAIZA KHAN" userId="49b73bd8-6afc-47db-8ee9-a3d9e4f65dc0" providerId="ADAL" clId="{4B9DAC7E-8B1C-4215-AE82-34466FE0114B}" dt="2026-09-15T10:43:58.779" v="1485" actId="478"/>
          <ac:spMkLst>
            <pc:docMk/>
            <pc:sldMk cId="0" sldId="263"/>
            <ac:spMk id="2" creationId="{00000000-0000-0000-0000-000000000000}"/>
          </ac:spMkLst>
        </pc:spChg>
        <pc:spChg chg="mod">
          <ac:chgData name="FAIZA KHAN" userId="49b73bd8-6afc-47db-8ee9-a3d9e4f65dc0" providerId="ADAL" clId="{4B9DAC7E-8B1C-4215-AE82-34466FE0114B}" dt="2026-09-15T10:44:04.699" v="1486" actId="1076"/>
          <ac:spMkLst>
            <pc:docMk/>
            <pc:sldMk cId="0" sldId="263"/>
            <ac:spMk id="3" creationId="{00000000-0000-0000-0000-000000000000}"/>
          </ac:spMkLst>
        </pc:spChg>
        <pc:spChg chg="mod">
          <ac:chgData name="FAIZA KHAN" userId="49b73bd8-6afc-47db-8ee9-a3d9e4f65dc0" providerId="ADAL" clId="{4B9DAC7E-8B1C-4215-AE82-34466FE0114B}" dt="2026-09-15T10:51:51.146" v="1572" actId="1076"/>
          <ac:spMkLst>
            <pc:docMk/>
            <pc:sldMk cId="0" sldId="263"/>
            <ac:spMk id="4" creationId="{00000000-0000-0000-0000-000000000000}"/>
          </ac:spMkLst>
        </pc:spChg>
      </pc:sldChg>
      <pc:sldChg chg="modSp del mod">
        <pc:chgData name="FAIZA KHAN" userId="49b73bd8-6afc-47db-8ee9-a3d9e4f65dc0" providerId="ADAL" clId="{4B9DAC7E-8B1C-4215-AE82-34466FE0114B}" dt="2026-09-15T10:41:48.136" v="1462" actId="47"/>
        <pc:sldMkLst>
          <pc:docMk/>
          <pc:sldMk cId="4119636786" sldId="263"/>
        </pc:sldMkLst>
      </pc:sldChg>
      <pc:sldChg chg="delSp modSp add mod">
        <pc:chgData name="FAIZA KHAN" userId="49b73bd8-6afc-47db-8ee9-a3d9e4f65dc0" providerId="ADAL" clId="{4B9DAC7E-8B1C-4215-AE82-34466FE0114B}" dt="2026-09-15T10:51:56.793" v="1573" actId="1076"/>
        <pc:sldMkLst>
          <pc:docMk/>
          <pc:sldMk cId="0" sldId="264"/>
        </pc:sldMkLst>
        <pc:spChg chg="del mod">
          <ac:chgData name="FAIZA KHAN" userId="49b73bd8-6afc-47db-8ee9-a3d9e4f65dc0" providerId="ADAL" clId="{4B9DAC7E-8B1C-4215-AE82-34466FE0114B}" dt="2026-09-15T10:44:12.664" v="1490" actId="478"/>
          <ac:spMkLst>
            <pc:docMk/>
            <pc:sldMk cId="0" sldId="264"/>
            <ac:spMk id="2" creationId="{00000000-0000-0000-0000-000000000000}"/>
          </ac:spMkLst>
        </pc:spChg>
        <pc:spChg chg="mod">
          <ac:chgData name="FAIZA KHAN" userId="49b73bd8-6afc-47db-8ee9-a3d9e4f65dc0" providerId="ADAL" clId="{4B9DAC7E-8B1C-4215-AE82-34466FE0114B}" dt="2026-09-15T10:44:17.971" v="1491" actId="1076"/>
          <ac:spMkLst>
            <pc:docMk/>
            <pc:sldMk cId="0" sldId="264"/>
            <ac:spMk id="3" creationId="{00000000-0000-0000-0000-000000000000}"/>
          </ac:spMkLst>
        </pc:spChg>
        <pc:spChg chg="mod">
          <ac:chgData name="FAIZA KHAN" userId="49b73bd8-6afc-47db-8ee9-a3d9e4f65dc0" providerId="ADAL" clId="{4B9DAC7E-8B1C-4215-AE82-34466FE0114B}" dt="2026-09-15T10:51:56.793" v="1573" actId="1076"/>
          <ac:spMkLst>
            <pc:docMk/>
            <pc:sldMk cId="0" sldId="264"/>
            <ac:spMk id="4" creationId="{00000000-0000-0000-0000-000000000000}"/>
          </ac:spMkLst>
        </pc:spChg>
      </pc:sldChg>
      <pc:sldChg chg="del">
        <pc:chgData name="FAIZA KHAN" userId="49b73bd8-6afc-47db-8ee9-a3d9e4f65dc0" providerId="ADAL" clId="{4B9DAC7E-8B1C-4215-AE82-34466FE0114B}" dt="2026-09-15T10:41:48.136" v="1462" actId="47"/>
        <pc:sldMkLst>
          <pc:docMk/>
          <pc:sldMk cId="3638210881" sldId="264"/>
        </pc:sldMkLst>
      </pc:sldChg>
      <pc:sldChg chg="addSp delSp modSp add mod">
        <pc:chgData name="FAIZA KHAN" userId="49b73bd8-6afc-47db-8ee9-a3d9e4f65dc0" providerId="ADAL" clId="{4B9DAC7E-8B1C-4215-AE82-34466FE0114B}" dt="2026-09-15T10:52:01.660" v="1574" actId="1076"/>
        <pc:sldMkLst>
          <pc:docMk/>
          <pc:sldMk cId="0" sldId="265"/>
        </pc:sldMkLst>
        <pc:spChg chg="del">
          <ac:chgData name="FAIZA KHAN" userId="49b73bd8-6afc-47db-8ee9-a3d9e4f65dc0" providerId="ADAL" clId="{4B9DAC7E-8B1C-4215-AE82-34466FE0114B}" dt="2026-09-15T10:44:43.112" v="1497" actId="478"/>
          <ac:spMkLst>
            <pc:docMk/>
            <pc:sldMk cId="0" sldId="265"/>
            <ac:spMk id="2" creationId="{00000000-0000-0000-0000-000000000000}"/>
          </ac:spMkLst>
        </pc:spChg>
        <pc:spChg chg="add del mod">
          <ac:chgData name="FAIZA KHAN" userId="49b73bd8-6afc-47db-8ee9-a3d9e4f65dc0" providerId="ADAL" clId="{4B9DAC7E-8B1C-4215-AE82-34466FE0114B}" dt="2026-09-15T10:44:47.659" v="1498" actId="1076"/>
          <ac:spMkLst>
            <pc:docMk/>
            <pc:sldMk cId="0" sldId="265"/>
            <ac:spMk id="3" creationId="{00000000-0000-0000-0000-000000000000}"/>
          </ac:spMkLst>
        </pc:spChg>
        <pc:spChg chg="mod">
          <ac:chgData name="FAIZA KHAN" userId="49b73bd8-6afc-47db-8ee9-a3d9e4f65dc0" providerId="ADAL" clId="{4B9DAC7E-8B1C-4215-AE82-34466FE0114B}" dt="2026-09-15T10:52:01.660" v="1574" actId="1076"/>
          <ac:spMkLst>
            <pc:docMk/>
            <pc:sldMk cId="0" sldId="265"/>
            <ac:spMk id="4" creationId="{00000000-0000-0000-0000-000000000000}"/>
          </ac:spMkLst>
        </pc:spChg>
      </pc:sldChg>
      <pc:sldChg chg="del">
        <pc:chgData name="FAIZA KHAN" userId="49b73bd8-6afc-47db-8ee9-a3d9e4f65dc0" providerId="ADAL" clId="{4B9DAC7E-8B1C-4215-AE82-34466FE0114B}" dt="2026-09-15T10:41:48.136" v="1462" actId="47"/>
        <pc:sldMkLst>
          <pc:docMk/>
          <pc:sldMk cId="1288498679" sldId="265"/>
        </pc:sldMkLst>
      </pc:sldChg>
      <pc:sldChg chg="delSp modSp add mod">
        <pc:chgData name="FAIZA KHAN" userId="49b73bd8-6afc-47db-8ee9-a3d9e4f65dc0" providerId="ADAL" clId="{4B9DAC7E-8B1C-4215-AE82-34466FE0114B}" dt="2026-09-15T10:52:06.876" v="1575" actId="1076"/>
        <pc:sldMkLst>
          <pc:docMk/>
          <pc:sldMk cId="0" sldId="266"/>
        </pc:sldMkLst>
        <pc:spChg chg="del">
          <ac:chgData name="FAIZA KHAN" userId="49b73bd8-6afc-47db-8ee9-a3d9e4f65dc0" providerId="ADAL" clId="{4B9DAC7E-8B1C-4215-AE82-34466FE0114B}" dt="2026-09-15T10:45:20.061" v="1500" actId="478"/>
          <ac:spMkLst>
            <pc:docMk/>
            <pc:sldMk cId="0" sldId="266"/>
            <ac:spMk id="2" creationId="{00000000-0000-0000-0000-000000000000}"/>
          </ac:spMkLst>
        </pc:spChg>
        <pc:spChg chg="mod">
          <ac:chgData name="FAIZA KHAN" userId="49b73bd8-6afc-47db-8ee9-a3d9e4f65dc0" providerId="ADAL" clId="{4B9DAC7E-8B1C-4215-AE82-34466FE0114B}" dt="2026-09-15T10:45:24.194" v="1501" actId="1076"/>
          <ac:spMkLst>
            <pc:docMk/>
            <pc:sldMk cId="0" sldId="266"/>
            <ac:spMk id="3" creationId="{00000000-0000-0000-0000-000000000000}"/>
          </ac:spMkLst>
        </pc:spChg>
        <pc:spChg chg="mod">
          <ac:chgData name="FAIZA KHAN" userId="49b73bd8-6afc-47db-8ee9-a3d9e4f65dc0" providerId="ADAL" clId="{4B9DAC7E-8B1C-4215-AE82-34466FE0114B}" dt="2026-09-15T10:52:06.876" v="1575" actId="1076"/>
          <ac:spMkLst>
            <pc:docMk/>
            <pc:sldMk cId="0" sldId="266"/>
            <ac:spMk id="4" creationId="{00000000-0000-0000-0000-000000000000}"/>
          </ac:spMkLst>
        </pc:spChg>
      </pc:sldChg>
      <pc:sldChg chg="del">
        <pc:chgData name="FAIZA KHAN" userId="49b73bd8-6afc-47db-8ee9-a3d9e4f65dc0" providerId="ADAL" clId="{4B9DAC7E-8B1C-4215-AE82-34466FE0114B}" dt="2026-09-15T10:41:48.136" v="1462" actId="47"/>
        <pc:sldMkLst>
          <pc:docMk/>
          <pc:sldMk cId="626815828" sldId="266"/>
        </pc:sldMkLst>
      </pc:sldChg>
      <pc:sldChg chg="delSp modSp add mod">
        <pc:chgData name="FAIZA KHAN" userId="49b73bd8-6afc-47db-8ee9-a3d9e4f65dc0" providerId="ADAL" clId="{4B9DAC7E-8B1C-4215-AE82-34466FE0114B}" dt="2026-09-15T10:52:12.416" v="1576" actId="1076"/>
        <pc:sldMkLst>
          <pc:docMk/>
          <pc:sldMk cId="0" sldId="267"/>
        </pc:sldMkLst>
        <pc:spChg chg="del">
          <ac:chgData name="FAIZA KHAN" userId="49b73bd8-6afc-47db-8ee9-a3d9e4f65dc0" providerId="ADAL" clId="{4B9DAC7E-8B1C-4215-AE82-34466FE0114B}" dt="2026-09-15T10:45:35.083" v="1503" actId="478"/>
          <ac:spMkLst>
            <pc:docMk/>
            <pc:sldMk cId="0" sldId="267"/>
            <ac:spMk id="2" creationId="{00000000-0000-0000-0000-000000000000}"/>
          </ac:spMkLst>
        </pc:spChg>
        <pc:spChg chg="mod">
          <ac:chgData name="FAIZA KHAN" userId="49b73bd8-6afc-47db-8ee9-a3d9e4f65dc0" providerId="ADAL" clId="{4B9DAC7E-8B1C-4215-AE82-34466FE0114B}" dt="2026-09-15T10:45:39.468" v="1504" actId="1076"/>
          <ac:spMkLst>
            <pc:docMk/>
            <pc:sldMk cId="0" sldId="267"/>
            <ac:spMk id="3" creationId="{00000000-0000-0000-0000-000000000000}"/>
          </ac:spMkLst>
        </pc:spChg>
        <pc:spChg chg="mod">
          <ac:chgData name="FAIZA KHAN" userId="49b73bd8-6afc-47db-8ee9-a3d9e4f65dc0" providerId="ADAL" clId="{4B9DAC7E-8B1C-4215-AE82-34466FE0114B}" dt="2026-09-15T10:52:12.416" v="1576" actId="1076"/>
          <ac:spMkLst>
            <pc:docMk/>
            <pc:sldMk cId="0" sldId="267"/>
            <ac:spMk id="4" creationId="{00000000-0000-0000-0000-000000000000}"/>
          </ac:spMkLst>
        </pc:spChg>
      </pc:sldChg>
      <pc:sldChg chg="delSp modSp add mod">
        <pc:chgData name="FAIZA KHAN" userId="49b73bd8-6afc-47db-8ee9-a3d9e4f65dc0" providerId="ADAL" clId="{4B9DAC7E-8B1C-4215-AE82-34466FE0114B}" dt="2026-09-15T10:52:17.195" v="1577" actId="1076"/>
        <pc:sldMkLst>
          <pc:docMk/>
          <pc:sldMk cId="0" sldId="268"/>
        </pc:sldMkLst>
        <pc:spChg chg="del">
          <ac:chgData name="FAIZA KHAN" userId="49b73bd8-6afc-47db-8ee9-a3d9e4f65dc0" providerId="ADAL" clId="{4B9DAC7E-8B1C-4215-AE82-34466FE0114B}" dt="2026-09-15T10:45:50.021" v="1506" actId="478"/>
          <ac:spMkLst>
            <pc:docMk/>
            <pc:sldMk cId="0" sldId="268"/>
            <ac:spMk id="2" creationId="{00000000-0000-0000-0000-000000000000}"/>
          </ac:spMkLst>
        </pc:spChg>
        <pc:spChg chg="mod">
          <ac:chgData name="FAIZA KHAN" userId="49b73bd8-6afc-47db-8ee9-a3d9e4f65dc0" providerId="ADAL" clId="{4B9DAC7E-8B1C-4215-AE82-34466FE0114B}" dt="2026-09-15T10:45:53.413" v="1507" actId="1076"/>
          <ac:spMkLst>
            <pc:docMk/>
            <pc:sldMk cId="0" sldId="268"/>
            <ac:spMk id="3" creationId="{00000000-0000-0000-0000-000000000000}"/>
          </ac:spMkLst>
        </pc:spChg>
        <pc:spChg chg="mod">
          <ac:chgData name="FAIZA KHAN" userId="49b73bd8-6afc-47db-8ee9-a3d9e4f65dc0" providerId="ADAL" clId="{4B9DAC7E-8B1C-4215-AE82-34466FE0114B}" dt="2026-09-15T10:52:17.195" v="1577" actId="1076"/>
          <ac:spMkLst>
            <pc:docMk/>
            <pc:sldMk cId="0" sldId="268"/>
            <ac:spMk id="4" creationId="{00000000-0000-0000-0000-000000000000}"/>
          </ac:spMkLst>
        </pc:spChg>
      </pc:sldChg>
      <pc:sldChg chg="delSp modSp add mod">
        <pc:chgData name="FAIZA KHAN" userId="49b73bd8-6afc-47db-8ee9-a3d9e4f65dc0" providerId="ADAL" clId="{4B9DAC7E-8B1C-4215-AE82-34466FE0114B}" dt="2026-09-16T06:08:23.520" v="2046" actId="14100"/>
        <pc:sldMkLst>
          <pc:docMk/>
          <pc:sldMk cId="0" sldId="269"/>
        </pc:sldMkLst>
        <pc:spChg chg="del">
          <ac:chgData name="FAIZA KHAN" userId="49b73bd8-6afc-47db-8ee9-a3d9e4f65dc0" providerId="ADAL" clId="{4B9DAC7E-8B1C-4215-AE82-34466FE0114B}" dt="2026-09-15T10:46:02.939" v="1509" actId="478"/>
          <ac:spMkLst>
            <pc:docMk/>
            <pc:sldMk cId="0" sldId="269"/>
            <ac:spMk id="2" creationId="{00000000-0000-0000-0000-000000000000}"/>
          </ac:spMkLst>
        </pc:spChg>
        <pc:spChg chg="mod">
          <ac:chgData name="FAIZA KHAN" userId="49b73bd8-6afc-47db-8ee9-a3d9e4f65dc0" providerId="ADAL" clId="{4B9DAC7E-8B1C-4215-AE82-34466FE0114B}" dt="2026-09-15T10:46:10.380" v="1510" actId="1076"/>
          <ac:spMkLst>
            <pc:docMk/>
            <pc:sldMk cId="0" sldId="269"/>
            <ac:spMk id="3" creationId="{00000000-0000-0000-0000-000000000000}"/>
          </ac:spMkLst>
        </pc:spChg>
        <pc:spChg chg="mod">
          <ac:chgData name="FAIZA KHAN" userId="49b73bd8-6afc-47db-8ee9-a3d9e4f65dc0" providerId="ADAL" clId="{4B9DAC7E-8B1C-4215-AE82-34466FE0114B}" dt="2026-09-16T06:08:23.520" v="2046" actId="14100"/>
          <ac:spMkLst>
            <pc:docMk/>
            <pc:sldMk cId="0" sldId="269"/>
            <ac:spMk id="4" creationId="{00000000-0000-0000-0000-000000000000}"/>
          </ac:spMkLst>
        </pc:spChg>
      </pc:sldChg>
      <pc:sldChg chg="addSp delSp modSp add mod">
        <pc:chgData name="FAIZA KHAN" userId="49b73bd8-6afc-47db-8ee9-a3d9e4f65dc0" providerId="ADAL" clId="{4B9DAC7E-8B1C-4215-AE82-34466FE0114B}" dt="2026-09-16T06:10:43.844" v="2074" actId="20577"/>
        <pc:sldMkLst>
          <pc:docMk/>
          <pc:sldMk cId="0" sldId="270"/>
        </pc:sldMkLst>
        <pc:spChg chg="del">
          <ac:chgData name="FAIZA KHAN" userId="49b73bd8-6afc-47db-8ee9-a3d9e4f65dc0" providerId="ADAL" clId="{4B9DAC7E-8B1C-4215-AE82-34466FE0114B}" dt="2026-09-15T10:46:49.215" v="1512" actId="478"/>
          <ac:spMkLst>
            <pc:docMk/>
            <pc:sldMk cId="0" sldId="270"/>
            <ac:spMk id="2" creationId="{00000000-0000-0000-0000-000000000000}"/>
          </ac:spMkLst>
        </pc:spChg>
        <pc:spChg chg="add del">
          <ac:chgData name="FAIZA KHAN" userId="49b73bd8-6afc-47db-8ee9-a3d9e4f65dc0" providerId="ADAL" clId="{4B9DAC7E-8B1C-4215-AE82-34466FE0114B}" dt="2026-09-16T06:09:28.446" v="2048" actId="478"/>
          <ac:spMkLst>
            <pc:docMk/>
            <pc:sldMk cId="0" sldId="270"/>
            <ac:spMk id="2" creationId="{A37A9036-ED9A-987F-BA7E-1F4AC84ACAB7}"/>
          </ac:spMkLst>
        </pc:spChg>
        <pc:spChg chg="mod">
          <ac:chgData name="FAIZA KHAN" userId="49b73bd8-6afc-47db-8ee9-a3d9e4f65dc0" providerId="ADAL" clId="{4B9DAC7E-8B1C-4215-AE82-34466FE0114B}" dt="2026-09-15T10:46:54.443" v="1513" actId="1076"/>
          <ac:spMkLst>
            <pc:docMk/>
            <pc:sldMk cId="0" sldId="270"/>
            <ac:spMk id="3" creationId="{00000000-0000-0000-0000-000000000000}"/>
          </ac:spMkLst>
        </pc:spChg>
        <pc:spChg chg="mod">
          <ac:chgData name="FAIZA KHAN" userId="49b73bd8-6afc-47db-8ee9-a3d9e4f65dc0" providerId="ADAL" clId="{4B9DAC7E-8B1C-4215-AE82-34466FE0114B}" dt="2026-09-15T10:52:27.592" v="1579" actId="1076"/>
          <ac:spMkLst>
            <pc:docMk/>
            <pc:sldMk cId="0" sldId="270"/>
            <ac:spMk id="4" creationId="{00000000-0000-0000-0000-000000000000}"/>
          </ac:spMkLst>
        </pc:spChg>
        <pc:spChg chg="add mod">
          <ac:chgData name="FAIZA KHAN" userId="49b73bd8-6afc-47db-8ee9-a3d9e4f65dc0" providerId="ADAL" clId="{4B9DAC7E-8B1C-4215-AE82-34466FE0114B}" dt="2026-09-16T06:09:58.236" v="2054" actId="207"/>
          <ac:spMkLst>
            <pc:docMk/>
            <pc:sldMk cId="0" sldId="270"/>
            <ac:spMk id="9" creationId="{F3BC11C0-CB40-A15B-FEE9-6D29D4B444F9}"/>
          </ac:spMkLst>
        </pc:spChg>
        <pc:spChg chg="add mod">
          <ac:chgData name="FAIZA KHAN" userId="49b73bd8-6afc-47db-8ee9-a3d9e4f65dc0" providerId="ADAL" clId="{4B9DAC7E-8B1C-4215-AE82-34466FE0114B}" dt="2026-09-16T06:10:13.033" v="2064" actId="20577"/>
          <ac:spMkLst>
            <pc:docMk/>
            <pc:sldMk cId="0" sldId="270"/>
            <ac:spMk id="10" creationId="{592A6282-DF3B-DE5A-688A-E1EA85F07206}"/>
          </ac:spMkLst>
        </pc:spChg>
        <pc:spChg chg="add mod">
          <ac:chgData name="FAIZA KHAN" userId="49b73bd8-6afc-47db-8ee9-a3d9e4f65dc0" providerId="ADAL" clId="{4B9DAC7E-8B1C-4215-AE82-34466FE0114B}" dt="2026-09-16T06:10:33.521" v="2067" actId="14100"/>
          <ac:spMkLst>
            <pc:docMk/>
            <pc:sldMk cId="0" sldId="270"/>
            <ac:spMk id="12" creationId="{D423E7DA-1451-82D5-4E61-39B22AF4D2DA}"/>
          </ac:spMkLst>
        </pc:spChg>
        <pc:spChg chg="add mod">
          <ac:chgData name="FAIZA KHAN" userId="49b73bd8-6afc-47db-8ee9-a3d9e4f65dc0" providerId="ADAL" clId="{4B9DAC7E-8B1C-4215-AE82-34466FE0114B}" dt="2026-09-16T06:10:43.844" v="2074" actId="20577"/>
          <ac:spMkLst>
            <pc:docMk/>
            <pc:sldMk cId="0" sldId="270"/>
            <ac:spMk id="13" creationId="{5BB72692-DFFA-1BFC-96B9-F2DD57B60CAB}"/>
          </ac:spMkLst>
        </pc:spChg>
        <pc:cxnChg chg="add mod">
          <ac:chgData name="FAIZA KHAN" userId="49b73bd8-6afc-47db-8ee9-a3d9e4f65dc0" providerId="ADAL" clId="{4B9DAC7E-8B1C-4215-AE82-34466FE0114B}" dt="2026-09-16T06:09:38.337" v="2050" actId="1076"/>
          <ac:cxnSpMkLst>
            <pc:docMk/>
            <pc:sldMk cId="0" sldId="270"/>
            <ac:cxnSpMk id="8" creationId="{EBAB2D8C-B439-45CE-5E6D-C5F66875949B}"/>
          </ac:cxnSpMkLst>
        </pc:cxnChg>
        <pc:cxnChg chg="add mod">
          <ac:chgData name="FAIZA KHAN" userId="49b73bd8-6afc-47db-8ee9-a3d9e4f65dc0" providerId="ADAL" clId="{4B9DAC7E-8B1C-4215-AE82-34466FE0114B}" dt="2026-09-16T06:10:36.611" v="2068" actId="1076"/>
          <ac:cxnSpMkLst>
            <pc:docMk/>
            <pc:sldMk cId="0" sldId="270"/>
            <ac:cxnSpMk id="11" creationId="{33A46C2C-438F-3705-838B-E89F56B35FA3}"/>
          </ac:cxnSpMkLst>
        </pc:cxnChg>
      </pc:sldChg>
      <pc:sldChg chg="modSp add mod">
        <pc:chgData name="FAIZA KHAN" userId="49b73bd8-6afc-47db-8ee9-a3d9e4f65dc0" providerId="ADAL" clId="{4B9DAC7E-8B1C-4215-AE82-34466FE0114B}" dt="2026-09-15T10:52:36.128" v="1580" actId="1076"/>
        <pc:sldMkLst>
          <pc:docMk/>
          <pc:sldMk cId="0" sldId="271"/>
        </pc:sldMkLst>
        <pc:spChg chg="mod">
          <ac:chgData name="FAIZA KHAN" userId="49b73bd8-6afc-47db-8ee9-a3d9e4f65dc0" providerId="ADAL" clId="{4B9DAC7E-8B1C-4215-AE82-34466FE0114B}" dt="2026-09-15T10:47:02.956" v="1515" actId="1076"/>
          <ac:spMkLst>
            <pc:docMk/>
            <pc:sldMk cId="0" sldId="271"/>
            <ac:spMk id="3" creationId="{00000000-0000-0000-0000-000000000000}"/>
          </ac:spMkLst>
        </pc:spChg>
        <pc:spChg chg="mod">
          <ac:chgData name="FAIZA KHAN" userId="49b73bd8-6afc-47db-8ee9-a3d9e4f65dc0" providerId="ADAL" clId="{4B9DAC7E-8B1C-4215-AE82-34466FE0114B}" dt="2026-09-15T10:52:36.128" v="1580" actId="1076"/>
          <ac:spMkLst>
            <pc:docMk/>
            <pc:sldMk cId="0" sldId="271"/>
            <ac:spMk id="4" creationId="{00000000-0000-0000-0000-000000000000}"/>
          </ac:spMkLst>
        </pc:spChg>
      </pc:sldChg>
      <pc:sldChg chg="delSp modSp add mod">
        <pc:chgData name="FAIZA KHAN" userId="49b73bd8-6afc-47db-8ee9-a3d9e4f65dc0" providerId="ADAL" clId="{4B9DAC7E-8B1C-4215-AE82-34466FE0114B}" dt="2026-09-16T06:12:17.085" v="2077" actId="14100"/>
        <pc:sldMkLst>
          <pc:docMk/>
          <pc:sldMk cId="0" sldId="272"/>
        </pc:sldMkLst>
        <pc:spChg chg="del">
          <ac:chgData name="FAIZA KHAN" userId="49b73bd8-6afc-47db-8ee9-a3d9e4f65dc0" providerId="ADAL" clId="{4B9DAC7E-8B1C-4215-AE82-34466FE0114B}" dt="2026-09-15T10:47:12.713" v="1517" actId="478"/>
          <ac:spMkLst>
            <pc:docMk/>
            <pc:sldMk cId="0" sldId="272"/>
            <ac:spMk id="2" creationId="{00000000-0000-0000-0000-000000000000}"/>
          </ac:spMkLst>
        </pc:spChg>
        <pc:spChg chg="mod">
          <ac:chgData name="FAIZA KHAN" userId="49b73bd8-6afc-47db-8ee9-a3d9e4f65dc0" providerId="ADAL" clId="{4B9DAC7E-8B1C-4215-AE82-34466FE0114B}" dt="2026-09-15T10:47:16.525" v="1518" actId="1076"/>
          <ac:spMkLst>
            <pc:docMk/>
            <pc:sldMk cId="0" sldId="272"/>
            <ac:spMk id="3" creationId="{00000000-0000-0000-0000-000000000000}"/>
          </ac:spMkLst>
        </pc:spChg>
        <pc:spChg chg="mod">
          <ac:chgData name="FAIZA KHAN" userId="49b73bd8-6afc-47db-8ee9-a3d9e4f65dc0" providerId="ADAL" clId="{4B9DAC7E-8B1C-4215-AE82-34466FE0114B}" dt="2026-09-16T06:12:17.085" v="2077" actId="14100"/>
          <ac:spMkLst>
            <pc:docMk/>
            <pc:sldMk cId="0" sldId="272"/>
            <ac:spMk id="4" creationId="{00000000-0000-0000-0000-000000000000}"/>
          </ac:spMkLst>
        </pc:spChg>
      </pc:sldChg>
      <pc:sldChg chg="add del">
        <pc:chgData name="FAIZA KHAN" userId="49b73bd8-6afc-47db-8ee9-a3d9e4f65dc0" providerId="ADAL" clId="{4B9DAC7E-8B1C-4215-AE82-34466FE0114B}" dt="2026-09-15T10:41:48.136" v="1462" actId="47"/>
        <pc:sldMkLst>
          <pc:docMk/>
          <pc:sldMk cId="20515158" sldId="272"/>
        </pc:sldMkLst>
      </pc:sldChg>
      <pc:sldChg chg="delSp modSp add mod">
        <pc:chgData name="FAIZA KHAN" userId="49b73bd8-6afc-47db-8ee9-a3d9e4f65dc0" providerId="ADAL" clId="{4B9DAC7E-8B1C-4215-AE82-34466FE0114B}" dt="2026-09-15T10:47:33.130" v="1522" actId="1076"/>
        <pc:sldMkLst>
          <pc:docMk/>
          <pc:sldMk cId="0" sldId="273"/>
        </pc:sldMkLst>
        <pc:spChg chg="del">
          <ac:chgData name="FAIZA KHAN" userId="49b73bd8-6afc-47db-8ee9-a3d9e4f65dc0" providerId="ADAL" clId="{4B9DAC7E-8B1C-4215-AE82-34466FE0114B}" dt="2026-09-15T10:47:25.890" v="1520" actId="478"/>
          <ac:spMkLst>
            <pc:docMk/>
            <pc:sldMk cId="0" sldId="273"/>
            <ac:spMk id="2" creationId="{00000000-0000-0000-0000-000000000000}"/>
          </ac:spMkLst>
        </pc:spChg>
        <pc:spChg chg="mod">
          <ac:chgData name="FAIZA KHAN" userId="49b73bd8-6afc-47db-8ee9-a3d9e4f65dc0" providerId="ADAL" clId="{4B9DAC7E-8B1C-4215-AE82-34466FE0114B}" dt="2026-09-15T10:47:30.302" v="1521" actId="1076"/>
          <ac:spMkLst>
            <pc:docMk/>
            <pc:sldMk cId="0" sldId="273"/>
            <ac:spMk id="3" creationId="{00000000-0000-0000-0000-000000000000}"/>
          </ac:spMkLst>
        </pc:spChg>
        <pc:spChg chg="mod">
          <ac:chgData name="FAIZA KHAN" userId="49b73bd8-6afc-47db-8ee9-a3d9e4f65dc0" providerId="ADAL" clId="{4B9DAC7E-8B1C-4215-AE82-34466FE0114B}" dt="2026-09-15T10:47:33.130" v="1522" actId="1076"/>
          <ac:spMkLst>
            <pc:docMk/>
            <pc:sldMk cId="0" sldId="273"/>
            <ac:spMk id="4" creationId="{00000000-0000-0000-0000-000000000000}"/>
          </ac:spMkLst>
        </pc:spChg>
      </pc:sldChg>
      <pc:sldChg chg="add del">
        <pc:chgData name="FAIZA KHAN" userId="49b73bd8-6afc-47db-8ee9-a3d9e4f65dc0" providerId="ADAL" clId="{4B9DAC7E-8B1C-4215-AE82-34466FE0114B}" dt="2026-09-15T10:41:48.136" v="1462" actId="47"/>
        <pc:sldMkLst>
          <pc:docMk/>
          <pc:sldMk cId="1778187809" sldId="273"/>
        </pc:sldMkLst>
      </pc:sldChg>
      <pc:sldChg chg="delSp modSp add mod">
        <pc:chgData name="FAIZA KHAN" userId="49b73bd8-6afc-47db-8ee9-a3d9e4f65dc0" providerId="ADAL" clId="{4B9DAC7E-8B1C-4215-AE82-34466FE0114B}" dt="2026-09-15T10:47:46.319" v="1525" actId="1076"/>
        <pc:sldMkLst>
          <pc:docMk/>
          <pc:sldMk cId="0" sldId="274"/>
        </pc:sldMkLst>
        <pc:spChg chg="del">
          <ac:chgData name="FAIZA KHAN" userId="49b73bd8-6afc-47db-8ee9-a3d9e4f65dc0" providerId="ADAL" clId="{4B9DAC7E-8B1C-4215-AE82-34466FE0114B}" dt="2026-09-15T10:47:37.811" v="1523" actId="478"/>
          <ac:spMkLst>
            <pc:docMk/>
            <pc:sldMk cId="0" sldId="274"/>
            <ac:spMk id="2" creationId="{00000000-0000-0000-0000-000000000000}"/>
          </ac:spMkLst>
        </pc:spChg>
        <pc:spChg chg="mod">
          <ac:chgData name="FAIZA KHAN" userId="49b73bd8-6afc-47db-8ee9-a3d9e4f65dc0" providerId="ADAL" clId="{4B9DAC7E-8B1C-4215-AE82-34466FE0114B}" dt="2026-09-15T10:47:41.630" v="1524" actId="1076"/>
          <ac:spMkLst>
            <pc:docMk/>
            <pc:sldMk cId="0" sldId="274"/>
            <ac:spMk id="3" creationId="{00000000-0000-0000-0000-000000000000}"/>
          </ac:spMkLst>
        </pc:spChg>
        <pc:spChg chg="mod">
          <ac:chgData name="FAIZA KHAN" userId="49b73bd8-6afc-47db-8ee9-a3d9e4f65dc0" providerId="ADAL" clId="{4B9DAC7E-8B1C-4215-AE82-34466FE0114B}" dt="2026-09-15T10:47:46.319" v="1525" actId="1076"/>
          <ac:spMkLst>
            <pc:docMk/>
            <pc:sldMk cId="0" sldId="274"/>
            <ac:spMk id="4" creationId="{00000000-0000-0000-0000-000000000000}"/>
          </ac:spMkLst>
        </pc:spChg>
      </pc:sldChg>
      <pc:sldChg chg="delSp modSp add mod">
        <pc:chgData name="FAIZA KHAN" userId="49b73bd8-6afc-47db-8ee9-a3d9e4f65dc0" providerId="ADAL" clId="{4B9DAC7E-8B1C-4215-AE82-34466FE0114B}" dt="2026-09-15T10:48:04.071" v="1528" actId="1076"/>
        <pc:sldMkLst>
          <pc:docMk/>
          <pc:sldMk cId="0" sldId="275"/>
        </pc:sldMkLst>
        <pc:spChg chg="del">
          <ac:chgData name="FAIZA KHAN" userId="49b73bd8-6afc-47db-8ee9-a3d9e4f65dc0" providerId="ADAL" clId="{4B9DAC7E-8B1C-4215-AE82-34466FE0114B}" dt="2026-09-15T10:47:54.734" v="1526" actId="478"/>
          <ac:spMkLst>
            <pc:docMk/>
            <pc:sldMk cId="0" sldId="275"/>
            <ac:spMk id="2" creationId="{00000000-0000-0000-0000-000000000000}"/>
          </ac:spMkLst>
        </pc:spChg>
        <pc:spChg chg="mod">
          <ac:chgData name="FAIZA KHAN" userId="49b73bd8-6afc-47db-8ee9-a3d9e4f65dc0" providerId="ADAL" clId="{4B9DAC7E-8B1C-4215-AE82-34466FE0114B}" dt="2026-09-15T10:48:00.629" v="1527" actId="1076"/>
          <ac:spMkLst>
            <pc:docMk/>
            <pc:sldMk cId="0" sldId="275"/>
            <ac:spMk id="3" creationId="{00000000-0000-0000-0000-000000000000}"/>
          </ac:spMkLst>
        </pc:spChg>
        <pc:spChg chg="mod">
          <ac:chgData name="FAIZA KHAN" userId="49b73bd8-6afc-47db-8ee9-a3d9e4f65dc0" providerId="ADAL" clId="{4B9DAC7E-8B1C-4215-AE82-34466FE0114B}" dt="2026-09-15T10:48:04.071" v="1528" actId="1076"/>
          <ac:spMkLst>
            <pc:docMk/>
            <pc:sldMk cId="0" sldId="275"/>
            <ac:spMk id="4" creationId="{00000000-0000-0000-0000-000000000000}"/>
          </ac:spMkLst>
        </pc:spChg>
      </pc:sldChg>
      <pc:sldChg chg="delSp modSp add mod">
        <pc:chgData name="FAIZA KHAN" userId="49b73bd8-6afc-47db-8ee9-a3d9e4f65dc0" providerId="ADAL" clId="{4B9DAC7E-8B1C-4215-AE82-34466FE0114B}" dt="2026-09-15T10:48:20.079" v="1531" actId="1076"/>
        <pc:sldMkLst>
          <pc:docMk/>
          <pc:sldMk cId="0" sldId="276"/>
        </pc:sldMkLst>
        <pc:spChg chg="del">
          <ac:chgData name="FAIZA KHAN" userId="49b73bd8-6afc-47db-8ee9-a3d9e4f65dc0" providerId="ADAL" clId="{4B9DAC7E-8B1C-4215-AE82-34466FE0114B}" dt="2026-09-15T10:48:11.065" v="1529" actId="478"/>
          <ac:spMkLst>
            <pc:docMk/>
            <pc:sldMk cId="0" sldId="276"/>
            <ac:spMk id="2" creationId="{00000000-0000-0000-0000-000000000000}"/>
          </ac:spMkLst>
        </pc:spChg>
        <pc:spChg chg="mod">
          <ac:chgData name="FAIZA KHAN" userId="49b73bd8-6afc-47db-8ee9-a3d9e4f65dc0" providerId="ADAL" clId="{4B9DAC7E-8B1C-4215-AE82-34466FE0114B}" dt="2026-09-15T10:48:15.279" v="1530" actId="1076"/>
          <ac:spMkLst>
            <pc:docMk/>
            <pc:sldMk cId="0" sldId="276"/>
            <ac:spMk id="3" creationId="{00000000-0000-0000-0000-000000000000}"/>
          </ac:spMkLst>
        </pc:spChg>
        <pc:spChg chg="mod">
          <ac:chgData name="FAIZA KHAN" userId="49b73bd8-6afc-47db-8ee9-a3d9e4f65dc0" providerId="ADAL" clId="{4B9DAC7E-8B1C-4215-AE82-34466FE0114B}" dt="2026-09-15T10:48:20.079" v="1531" actId="1076"/>
          <ac:spMkLst>
            <pc:docMk/>
            <pc:sldMk cId="0" sldId="276"/>
            <ac:spMk id="4" creationId="{00000000-0000-0000-0000-000000000000}"/>
          </ac:spMkLst>
        </pc:spChg>
      </pc:sldChg>
      <pc:sldChg chg="delSp modSp add mod">
        <pc:chgData name="FAIZA KHAN" userId="49b73bd8-6afc-47db-8ee9-a3d9e4f65dc0" providerId="ADAL" clId="{4B9DAC7E-8B1C-4215-AE82-34466FE0114B}" dt="2026-09-15T10:48:35.752" v="1534" actId="1076"/>
        <pc:sldMkLst>
          <pc:docMk/>
          <pc:sldMk cId="0" sldId="277"/>
        </pc:sldMkLst>
        <pc:spChg chg="del">
          <ac:chgData name="FAIZA KHAN" userId="49b73bd8-6afc-47db-8ee9-a3d9e4f65dc0" providerId="ADAL" clId="{4B9DAC7E-8B1C-4215-AE82-34466FE0114B}" dt="2026-09-15T10:48:26.204" v="1532" actId="478"/>
          <ac:spMkLst>
            <pc:docMk/>
            <pc:sldMk cId="0" sldId="277"/>
            <ac:spMk id="2" creationId="{00000000-0000-0000-0000-000000000000}"/>
          </ac:spMkLst>
        </pc:spChg>
        <pc:spChg chg="mod">
          <ac:chgData name="FAIZA KHAN" userId="49b73bd8-6afc-47db-8ee9-a3d9e4f65dc0" providerId="ADAL" clId="{4B9DAC7E-8B1C-4215-AE82-34466FE0114B}" dt="2026-09-15T10:48:31.709" v="1533" actId="1076"/>
          <ac:spMkLst>
            <pc:docMk/>
            <pc:sldMk cId="0" sldId="277"/>
            <ac:spMk id="3" creationId="{00000000-0000-0000-0000-000000000000}"/>
          </ac:spMkLst>
        </pc:spChg>
        <pc:spChg chg="mod">
          <ac:chgData name="FAIZA KHAN" userId="49b73bd8-6afc-47db-8ee9-a3d9e4f65dc0" providerId="ADAL" clId="{4B9DAC7E-8B1C-4215-AE82-34466FE0114B}" dt="2026-09-15T10:48:35.752" v="1534" actId="1076"/>
          <ac:spMkLst>
            <pc:docMk/>
            <pc:sldMk cId="0" sldId="277"/>
            <ac:spMk id="4" creationId="{00000000-0000-0000-0000-000000000000}"/>
          </ac:spMkLst>
        </pc:spChg>
      </pc:sldChg>
      <pc:sldChg chg="delSp modSp add mod">
        <pc:chgData name="FAIZA KHAN" userId="49b73bd8-6afc-47db-8ee9-a3d9e4f65dc0" providerId="ADAL" clId="{4B9DAC7E-8B1C-4215-AE82-34466FE0114B}" dt="2026-09-16T06:20:37.343" v="2079" actId="14100"/>
        <pc:sldMkLst>
          <pc:docMk/>
          <pc:sldMk cId="0" sldId="278"/>
        </pc:sldMkLst>
        <pc:spChg chg="del">
          <ac:chgData name="FAIZA KHAN" userId="49b73bd8-6afc-47db-8ee9-a3d9e4f65dc0" providerId="ADAL" clId="{4B9DAC7E-8B1C-4215-AE82-34466FE0114B}" dt="2026-09-15T10:48:43.762" v="1535" actId="478"/>
          <ac:spMkLst>
            <pc:docMk/>
            <pc:sldMk cId="0" sldId="278"/>
            <ac:spMk id="2" creationId="{00000000-0000-0000-0000-000000000000}"/>
          </ac:spMkLst>
        </pc:spChg>
        <pc:spChg chg="mod">
          <ac:chgData name="FAIZA KHAN" userId="49b73bd8-6afc-47db-8ee9-a3d9e4f65dc0" providerId="ADAL" clId="{4B9DAC7E-8B1C-4215-AE82-34466FE0114B}" dt="2026-09-15T10:48:47.129" v="1536" actId="1076"/>
          <ac:spMkLst>
            <pc:docMk/>
            <pc:sldMk cId="0" sldId="278"/>
            <ac:spMk id="3" creationId="{00000000-0000-0000-0000-000000000000}"/>
          </ac:spMkLst>
        </pc:spChg>
        <pc:spChg chg="mod">
          <ac:chgData name="FAIZA KHAN" userId="49b73bd8-6afc-47db-8ee9-a3d9e4f65dc0" providerId="ADAL" clId="{4B9DAC7E-8B1C-4215-AE82-34466FE0114B}" dt="2026-09-16T06:20:37.343" v="2079" actId="14100"/>
          <ac:spMkLst>
            <pc:docMk/>
            <pc:sldMk cId="0" sldId="278"/>
            <ac:spMk id="4" creationId="{00000000-0000-0000-0000-000000000000}"/>
          </ac:spMkLst>
        </pc:spChg>
      </pc:sldChg>
      <pc:sldChg chg="del">
        <pc:chgData name="FAIZA KHAN" userId="49b73bd8-6afc-47db-8ee9-a3d9e4f65dc0" providerId="ADAL" clId="{4B9DAC7E-8B1C-4215-AE82-34466FE0114B}" dt="2026-09-15T10:41:48.136" v="1462" actId="47"/>
        <pc:sldMkLst>
          <pc:docMk/>
          <pc:sldMk cId="3538834063" sldId="278"/>
        </pc:sldMkLst>
      </pc:sldChg>
      <pc:sldChg chg="delSp modSp add mod">
        <pc:chgData name="FAIZA KHAN" userId="49b73bd8-6afc-47db-8ee9-a3d9e4f65dc0" providerId="ADAL" clId="{4B9DAC7E-8B1C-4215-AE82-34466FE0114B}" dt="2026-09-15T10:49:06.079" v="1540" actId="1076"/>
        <pc:sldMkLst>
          <pc:docMk/>
          <pc:sldMk cId="0" sldId="279"/>
        </pc:sldMkLst>
        <pc:spChg chg="del">
          <ac:chgData name="FAIZA KHAN" userId="49b73bd8-6afc-47db-8ee9-a3d9e4f65dc0" providerId="ADAL" clId="{4B9DAC7E-8B1C-4215-AE82-34466FE0114B}" dt="2026-09-15T10:48:57.088" v="1538" actId="478"/>
          <ac:spMkLst>
            <pc:docMk/>
            <pc:sldMk cId="0" sldId="279"/>
            <ac:spMk id="2" creationId="{00000000-0000-0000-0000-000000000000}"/>
          </ac:spMkLst>
        </pc:spChg>
        <pc:spChg chg="mod">
          <ac:chgData name="FAIZA KHAN" userId="49b73bd8-6afc-47db-8ee9-a3d9e4f65dc0" providerId="ADAL" clId="{4B9DAC7E-8B1C-4215-AE82-34466FE0114B}" dt="2026-09-15T10:49:01.170" v="1539" actId="1076"/>
          <ac:spMkLst>
            <pc:docMk/>
            <pc:sldMk cId="0" sldId="279"/>
            <ac:spMk id="3" creationId="{00000000-0000-0000-0000-000000000000}"/>
          </ac:spMkLst>
        </pc:spChg>
        <pc:spChg chg="mod">
          <ac:chgData name="FAIZA KHAN" userId="49b73bd8-6afc-47db-8ee9-a3d9e4f65dc0" providerId="ADAL" clId="{4B9DAC7E-8B1C-4215-AE82-34466FE0114B}" dt="2026-09-15T10:49:06.079" v="1540" actId="1076"/>
          <ac:spMkLst>
            <pc:docMk/>
            <pc:sldMk cId="0" sldId="279"/>
            <ac:spMk id="4" creationId="{00000000-0000-0000-0000-000000000000}"/>
          </ac:spMkLst>
        </pc:spChg>
      </pc:sldChg>
      <pc:sldChg chg="delSp modSp add mod">
        <pc:chgData name="FAIZA KHAN" userId="49b73bd8-6afc-47db-8ee9-a3d9e4f65dc0" providerId="ADAL" clId="{4B9DAC7E-8B1C-4215-AE82-34466FE0114B}" dt="2026-09-15T10:49:18.333" v="1543" actId="1076"/>
        <pc:sldMkLst>
          <pc:docMk/>
          <pc:sldMk cId="0" sldId="280"/>
        </pc:sldMkLst>
        <pc:spChg chg="del">
          <ac:chgData name="FAIZA KHAN" userId="49b73bd8-6afc-47db-8ee9-a3d9e4f65dc0" providerId="ADAL" clId="{4B9DAC7E-8B1C-4215-AE82-34466FE0114B}" dt="2026-09-15T10:49:10.800" v="1541" actId="478"/>
          <ac:spMkLst>
            <pc:docMk/>
            <pc:sldMk cId="0" sldId="280"/>
            <ac:spMk id="2" creationId="{00000000-0000-0000-0000-000000000000}"/>
          </ac:spMkLst>
        </pc:spChg>
        <pc:spChg chg="mod">
          <ac:chgData name="FAIZA KHAN" userId="49b73bd8-6afc-47db-8ee9-a3d9e4f65dc0" providerId="ADAL" clId="{4B9DAC7E-8B1C-4215-AE82-34466FE0114B}" dt="2026-09-15T10:49:14.727" v="1542" actId="1076"/>
          <ac:spMkLst>
            <pc:docMk/>
            <pc:sldMk cId="0" sldId="280"/>
            <ac:spMk id="3" creationId="{00000000-0000-0000-0000-000000000000}"/>
          </ac:spMkLst>
        </pc:spChg>
        <pc:spChg chg="mod">
          <ac:chgData name="FAIZA KHAN" userId="49b73bd8-6afc-47db-8ee9-a3d9e4f65dc0" providerId="ADAL" clId="{4B9DAC7E-8B1C-4215-AE82-34466FE0114B}" dt="2026-09-15T10:49:18.333" v="1543" actId="1076"/>
          <ac:spMkLst>
            <pc:docMk/>
            <pc:sldMk cId="0" sldId="280"/>
            <ac:spMk id="4" creationId="{00000000-0000-0000-0000-000000000000}"/>
          </ac:spMkLst>
        </pc:spChg>
      </pc:sldChg>
      <pc:sldChg chg="delSp modSp add mod">
        <pc:chgData name="FAIZA KHAN" userId="49b73bd8-6afc-47db-8ee9-a3d9e4f65dc0" providerId="ADAL" clId="{4B9DAC7E-8B1C-4215-AE82-34466FE0114B}" dt="2026-09-15T10:49:34.521" v="1546" actId="1076"/>
        <pc:sldMkLst>
          <pc:docMk/>
          <pc:sldMk cId="0" sldId="281"/>
        </pc:sldMkLst>
        <pc:spChg chg="del">
          <ac:chgData name="FAIZA KHAN" userId="49b73bd8-6afc-47db-8ee9-a3d9e4f65dc0" providerId="ADAL" clId="{4B9DAC7E-8B1C-4215-AE82-34466FE0114B}" dt="2026-09-15T10:49:27.486" v="1544" actId="478"/>
          <ac:spMkLst>
            <pc:docMk/>
            <pc:sldMk cId="0" sldId="281"/>
            <ac:spMk id="2" creationId="{00000000-0000-0000-0000-000000000000}"/>
          </ac:spMkLst>
        </pc:spChg>
        <pc:spChg chg="mod">
          <ac:chgData name="FAIZA KHAN" userId="49b73bd8-6afc-47db-8ee9-a3d9e4f65dc0" providerId="ADAL" clId="{4B9DAC7E-8B1C-4215-AE82-34466FE0114B}" dt="2026-09-15T10:49:31.021" v="1545" actId="1076"/>
          <ac:spMkLst>
            <pc:docMk/>
            <pc:sldMk cId="0" sldId="281"/>
            <ac:spMk id="3" creationId="{00000000-0000-0000-0000-000000000000}"/>
          </ac:spMkLst>
        </pc:spChg>
        <pc:spChg chg="mod">
          <ac:chgData name="FAIZA KHAN" userId="49b73bd8-6afc-47db-8ee9-a3d9e4f65dc0" providerId="ADAL" clId="{4B9DAC7E-8B1C-4215-AE82-34466FE0114B}" dt="2026-09-15T10:49:34.521" v="1546" actId="1076"/>
          <ac:spMkLst>
            <pc:docMk/>
            <pc:sldMk cId="0" sldId="281"/>
            <ac:spMk id="4" creationId="{00000000-0000-0000-0000-000000000000}"/>
          </ac:spMkLst>
        </pc:spChg>
      </pc:sldChg>
      <pc:sldChg chg="del">
        <pc:chgData name="FAIZA KHAN" userId="49b73bd8-6afc-47db-8ee9-a3d9e4f65dc0" providerId="ADAL" clId="{4B9DAC7E-8B1C-4215-AE82-34466FE0114B}" dt="2026-09-15T10:41:48.136" v="1462" actId="47"/>
        <pc:sldMkLst>
          <pc:docMk/>
          <pc:sldMk cId="632549384" sldId="281"/>
        </pc:sldMkLst>
      </pc:sldChg>
      <pc:sldChg chg="delSp modSp add mod">
        <pc:chgData name="FAIZA KHAN" userId="49b73bd8-6afc-47db-8ee9-a3d9e4f65dc0" providerId="ADAL" clId="{4B9DAC7E-8B1C-4215-AE82-34466FE0114B}" dt="2026-09-15T10:49:47.684" v="1550" actId="1076"/>
        <pc:sldMkLst>
          <pc:docMk/>
          <pc:sldMk cId="0" sldId="282"/>
        </pc:sldMkLst>
        <pc:spChg chg="del">
          <ac:chgData name="FAIZA KHAN" userId="49b73bd8-6afc-47db-8ee9-a3d9e4f65dc0" providerId="ADAL" clId="{4B9DAC7E-8B1C-4215-AE82-34466FE0114B}" dt="2026-09-15T10:49:39.166" v="1547" actId="478"/>
          <ac:spMkLst>
            <pc:docMk/>
            <pc:sldMk cId="0" sldId="282"/>
            <ac:spMk id="2" creationId="{00000000-0000-0000-0000-000000000000}"/>
          </ac:spMkLst>
        </pc:spChg>
        <pc:spChg chg="mod">
          <ac:chgData name="FAIZA KHAN" userId="49b73bd8-6afc-47db-8ee9-a3d9e4f65dc0" providerId="ADAL" clId="{4B9DAC7E-8B1C-4215-AE82-34466FE0114B}" dt="2026-09-15T10:49:42.750" v="1548" actId="1076"/>
          <ac:spMkLst>
            <pc:docMk/>
            <pc:sldMk cId="0" sldId="282"/>
            <ac:spMk id="3" creationId="{00000000-0000-0000-0000-000000000000}"/>
          </ac:spMkLst>
        </pc:spChg>
        <pc:spChg chg="mod">
          <ac:chgData name="FAIZA KHAN" userId="49b73bd8-6afc-47db-8ee9-a3d9e4f65dc0" providerId="ADAL" clId="{4B9DAC7E-8B1C-4215-AE82-34466FE0114B}" dt="2026-09-15T10:49:47.684" v="1550" actId="1076"/>
          <ac:spMkLst>
            <pc:docMk/>
            <pc:sldMk cId="0" sldId="282"/>
            <ac:spMk id="4" creationId="{00000000-0000-0000-0000-000000000000}"/>
          </ac:spMkLst>
        </pc:spChg>
      </pc:sldChg>
      <pc:sldChg chg="del">
        <pc:chgData name="FAIZA KHAN" userId="49b73bd8-6afc-47db-8ee9-a3d9e4f65dc0" providerId="ADAL" clId="{4B9DAC7E-8B1C-4215-AE82-34466FE0114B}" dt="2026-09-15T10:41:48.136" v="1462" actId="47"/>
        <pc:sldMkLst>
          <pc:docMk/>
          <pc:sldMk cId="2368061213" sldId="282"/>
        </pc:sldMkLst>
      </pc:sldChg>
      <pc:sldChg chg="delSp modSp add mod">
        <pc:chgData name="FAIZA KHAN" userId="49b73bd8-6afc-47db-8ee9-a3d9e4f65dc0" providerId="ADAL" clId="{4B9DAC7E-8B1C-4215-AE82-34466FE0114B}" dt="2026-09-15T10:50:04.777" v="1553" actId="1076"/>
        <pc:sldMkLst>
          <pc:docMk/>
          <pc:sldMk cId="0" sldId="283"/>
        </pc:sldMkLst>
        <pc:spChg chg="del">
          <ac:chgData name="FAIZA KHAN" userId="49b73bd8-6afc-47db-8ee9-a3d9e4f65dc0" providerId="ADAL" clId="{4B9DAC7E-8B1C-4215-AE82-34466FE0114B}" dt="2026-09-15T10:49:54.754" v="1551" actId="478"/>
          <ac:spMkLst>
            <pc:docMk/>
            <pc:sldMk cId="0" sldId="283"/>
            <ac:spMk id="2" creationId="{00000000-0000-0000-0000-000000000000}"/>
          </ac:spMkLst>
        </pc:spChg>
        <pc:spChg chg="mod">
          <ac:chgData name="FAIZA KHAN" userId="49b73bd8-6afc-47db-8ee9-a3d9e4f65dc0" providerId="ADAL" clId="{4B9DAC7E-8B1C-4215-AE82-34466FE0114B}" dt="2026-09-15T10:49:58.339" v="1552" actId="1076"/>
          <ac:spMkLst>
            <pc:docMk/>
            <pc:sldMk cId="0" sldId="283"/>
            <ac:spMk id="3" creationId="{00000000-0000-0000-0000-000000000000}"/>
          </ac:spMkLst>
        </pc:spChg>
        <pc:spChg chg="mod">
          <ac:chgData name="FAIZA KHAN" userId="49b73bd8-6afc-47db-8ee9-a3d9e4f65dc0" providerId="ADAL" clId="{4B9DAC7E-8B1C-4215-AE82-34466FE0114B}" dt="2026-09-15T10:50:04.777" v="1553" actId="1076"/>
          <ac:spMkLst>
            <pc:docMk/>
            <pc:sldMk cId="0" sldId="283"/>
            <ac:spMk id="4" creationId="{00000000-0000-0000-0000-000000000000}"/>
          </ac:spMkLst>
        </pc:spChg>
      </pc:sldChg>
      <pc:sldChg chg="del">
        <pc:chgData name="FAIZA KHAN" userId="49b73bd8-6afc-47db-8ee9-a3d9e4f65dc0" providerId="ADAL" clId="{4B9DAC7E-8B1C-4215-AE82-34466FE0114B}" dt="2026-09-15T10:41:48.136" v="1462" actId="47"/>
        <pc:sldMkLst>
          <pc:docMk/>
          <pc:sldMk cId="1250661614" sldId="283"/>
        </pc:sldMkLst>
      </pc:sldChg>
      <pc:sldChg chg="delSp modSp add mod">
        <pc:chgData name="FAIZA KHAN" userId="49b73bd8-6afc-47db-8ee9-a3d9e4f65dc0" providerId="ADAL" clId="{4B9DAC7E-8B1C-4215-AE82-34466FE0114B}" dt="2026-09-15T10:50:23.926" v="1557" actId="1076"/>
        <pc:sldMkLst>
          <pc:docMk/>
          <pc:sldMk cId="0" sldId="284"/>
        </pc:sldMkLst>
        <pc:spChg chg="del">
          <ac:chgData name="FAIZA KHAN" userId="49b73bd8-6afc-47db-8ee9-a3d9e4f65dc0" providerId="ADAL" clId="{4B9DAC7E-8B1C-4215-AE82-34466FE0114B}" dt="2026-09-15T10:50:13.323" v="1555" actId="478"/>
          <ac:spMkLst>
            <pc:docMk/>
            <pc:sldMk cId="0" sldId="284"/>
            <ac:spMk id="2" creationId="{00000000-0000-0000-0000-000000000000}"/>
          </ac:spMkLst>
        </pc:spChg>
        <pc:spChg chg="mod">
          <ac:chgData name="FAIZA KHAN" userId="49b73bd8-6afc-47db-8ee9-a3d9e4f65dc0" providerId="ADAL" clId="{4B9DAC7E-8B1C-4215-AE82-34466FE0114B}" dt="2026-09-15T10:50:17.777" v="1556" actId="1076"/>
          <ac:spMkLst>
            <pc:docMk/>
            <pc:sldMk cId="0" sldId="284"/>
            <ac:spMk id="3" creationId="{00000000-0000-0000-0000-000000000000}"/>
          </ac:spMkLst>
        </pc:spChg>
        <pc:spChg chg="mod">
          <ac:chgData name="FAIZA KHAN" userId="49b73bd8-6afc-47db-8ee9-a3d9e4f65dc0" providerId="ADAL" clId="{4B9DAC7E-8B1C-4215-AE82-34466FE0114B}" dt="2026-09-15T10:50:23.926" v="1557" actId="1076"/>
          <ac:spMkLst>
            <pc:docMk/>
            <pc:sldMk cId="0" sldId="284"/>
            <ac:spMk id="4" creationId="{00000000-0000-0000-0000-000000000000}"/>
          </ac:spMkLst>
        </pc:spChg>
      </pc:sldChg>
      <pc:sldChg chg="delSp modSp add mod">
        <pc:chgData name="FAIZA KHAN" userId="49b73bd8-6afc-47db-8ee9-a3d9e4f65dc0" providerId="ADAL" clId="{4B9DAC7E-8B1C-4215-AE82-34466FE0114B}" dt="2026-09-15T10:50:37.747" v="1560" actId="1076"/>
        <pc:sldMkLst>
          <pc:docMk/>
          <pc:sldMk cId="0" sldId="285"/>
        </pc:sldMkLst>
        <pc:spChg chg="del">
          <ac:chgData name="FAIZA KHAN" userId="49b73bd8-6afc-47db-8ee9-a3d9e4f65dc0" providerId="ADAL" clId="{4B9DAC7E-8B1C-4215-AE82-34466FE0114B}" dt="2026-09-15T10:50:30.914" v="1558" actId="478"/>
          <ac:spMkLst>
            <pc:docMk/>
            <pc:sldMk cId="0" sldId="285"/>
            <ac:spMk id="2" creationId="{00000000-0000-0000-0000-000000000000}"/>
          </ac:spMkLst>
        </pc:spChg>
        <pc:spChg chg="mod">
          <ac:chgData name="FAIZA KHAN" userId="49b73bd8-6afc-47db-8ee9-a3d9e4f65dc0" providerId="ADAL" clId="{4B9DAC7E-8B1C-4215-AE82-34466FE0114B}" dt="2026-09-15T10:50:34.390" v="1559" actId="1076"/>
          <ac:spMkLst>
            <pc:docMk/>
            <pc:sldMk cId="0" sldId="285"/>
            <ac:spMk id="3" creationId="{00000000-0000-0000-0000-000000000000}"/>
          </ac:spMkLst>
        </pc:spChg>
        <pc:spChg chg="mod">
          <ac:chgData name="FAIZA KHAN" userId="49b73bd8-6afc-47db-8ee9-a3d9e4f65dc0" providerId="ADAL" clId="{4B9DAC7E-8B1C-4215-AE82-34466FE0114B}" dt="2026-09-15T10:50:37.747" v="1560" actId="1076"/>
          <ac:spMkLst>
            <pc:docMk/>
            <pc:sldMk cId="0" sldId="285"/>
            <ac:spMk id="4" creationId="{00000000-0000-0000-0000-000000000000}"/>
          </ac:spMkLst>
        </pc:spChg>
      </pc:sldChg>
      <pc:sldChg chg="delSp modSp add mod">
        <pc:chgData name="FAIZA KHAN" userId="49b73bd8-6afc-47db-8ee9-a3d9e4f65dc0" providerId="ADAL" clId="{4B9DAC7E-8B1C-4215-AE82-34466FE0114B}" dt="2026-09-15T10:50:55.598" v="1564" actId="14100"/>
        <pc:sldMkLst>
          <pc:docMk/>
          <pc:sldMk cId="0" sldId="286"/>
        </pc:sldMkLst>
        <pc:spChg chg="del">
          <ac:chgData name="FAIZA KHAN" userId="49b73bd8-6afc-47db-8ee9-a3d9e4f65dc0" providerId="ADAL" clId="{4B9DAC7E-8B1C-4215-AE82-34466FE0114B}" dt="2026-09-15T10:50:43.281" v="1561" actId="478"/>
          <ac:spMkLst>
            <pc:docMk/>
            <pc:sldMk cId="0" sldId="286"/>
            <ac:spMk id="2" creationId="{00000000-0000-0000-0000-000000000000}"/>
          </ac:spMkLst>
        </pc:spChg>
        <pc:spChg chg="mod">
          <ac:chgData name="FAIZA KHAN" userId="49b73bd8-6afc-47db-8ee9-a3d9e4f65dc0" providerId="ADAL" clId="{4B9DAC7E-8B1C-4215-AE82-34466FE0114B}" dt="2026-09-15T10:50:47.002" v="1562" actId="1076"/>
          <ac:spMkLst>
            <pc:docMk/>
            <pc:sldMk cId="0" sldId="286"/>
            <ac:spMk id="3" creationId="{00000000-0000-0000-0000-000000000000}"/>
          </ac:spMkLst>
        </pc:spChg>
        <pc:spChg chg="mod">
          <ac:chgData name="FAIZA KHAN" userId="49b73bd8-6afc-47db-8ee9-a3d9e4f65dc0" providerId="ADAL" clId="{4B9DAC7E-8B1C-4215-AE82-34466FE0114B}" dt="2026-09-15T10:50:55.598" v="1564" actId="14100"/>
          <ac:spMkLst>
            <pc:docMk/>
            <pc:sldMk cId="0" sldId="286"/>
            <ac:spMk id="4" creationId="{00000000-0000-0000-0000-000000000000}"/>
          </ac:spMkLst>
        </pc:spChg>
      </pc:sldChg>
      <pc:sldChg chg="add">
        <pc:chgData name="FAIZA KHAN" userId="49b73bd8-6afc-47db-8ee9-a3d9e4f65dc0" providerId="ADAL" clId="{4B9DAC7E-8B1C-4215-AE82-34466FE0114B}" dt="2026-09-15T10:54:00.634" v="1582"/>
        <pc:sldMkLst>
          <pc:docMk/>
          <pc:sldMk cId="1143531370" sldId="287"/>
        </pc:sldMkLst>
      </pc:sldChg>
      <pc:sldChg chg="addSp modSp new del mod">
        <pc:chgData name="FAIZA KHAN" userId="49b73bd8-6afc-47db-8ee9-a3d9e4f65dc0" providerId="ADAL" clId="{4B9DAC7E-8B1C-4215-AE82-34466FE0114B}" dt="2026-09-15T10:41:48.136" v="1462" actId="47"/>
        <pc:sldMkLst>
          <pc:docMk/>
          <pc:sldMk cId="1848147819" sldId="288"/>
        </pc:sldMkLst>
      </pc:sldChg>
      <pc:sldChg chg="modSp new del mod">
        <pc:chgData name="FAIZA KHAN" userId="49b73bd8-6afc-47db-8ee9-a3d9e4f65dc0" providerId="ADAL" clId="{4B9DAC7E-8B1C-4215-AE82-34466FE0114B}" dt="2026-09-15T10:41:48.136" v="1462" actId="47"/>
        <pc:sldMkLst>
          <pc:docMk/>
          <pc:sldMk cId="1700944750" sldId="289"/>
        </pc:sldMkLst>
      </pc:sldChg>
      <pc:sldChg chg="addSp delSp modSp new del mod">
        <pc:chgData name="FAIZA KHAN" userId="49b73bd8-6afc-47db-8ee9-a3d9e4f65dc0" providerId="ADAL" clId="{4B9DAC7E-8B1C-4215-AE82-34466FE0114B}" dt="2026-09-15T10:41:48.136" v="1462" actId="47"/>
        <pc:sldMkLst>
          <pc:docMk/>
          <pc:sldMk cId="2856878510" sldId="290"/>
        </pc:sldMkLst>
      </pc:sldChg>
      <pc:sldChg chg="addSp delSp modSp new del mod">
        <pc:chgData name="FAIZA KHAN" userId="49b73bd8-6afc-47db-8ee9-a3d9e4f65dc0" providerId="ADAL" clId="{4B9DAC7E-8B1C-4215-AE82-34466FE0114B}" dt="2026-09-15T10:41:48.136" v="1462" actId="47"/>
        <pc:sldMkLst>
          <pc:docMk/>
          <pc:sldMk cId="2514083017" sldId="291"/>
        </pc:sldMkLst>
      </pc:sldChg>
      <pc:sldChg chg="addSp delSp modSp new del mod modAnim">
        <pc:chgData name="FAIZA KHAN" userId="49b73bd8-6afc-47db-8ee9-a3d9e4f65dc0" providerId="ADAL" clId="{4B9DAC7E-8B1C-4215-AE82-34466FE0114B}" dt="2026-09-15T10:41:48.136" v="1462" actId="47"/>
        <pc:sldMkLst>
          <pc:docMk/>
          <pc:sldMk cId="1973316794" sldId="292"/>
        </pc:sldMkLst>
      </pc:sldChg>
      <pc:sldChg chg="modSp new del mod">
        <pc:chgData name="FAIZA KHAN" userId="49b73bd8-6afc-47db-8ee9-a3d9e4f65dc0" providerId="ADAL" clId="{4B9DAC7E-8B1C-4215-AE82-34466FE0114B}" dt="2026-09-15T10:41:48.136" v="1462" actId="47"/>
        <pc:sldMkLst>
          <pc:docMk/>
          <pc:sldMk cId="4063170894" sldId="293"/>
        </pc:sldMkLst>
      </pc:sldChg>
      <pc:sldChg chg="modSp new del mod">
        <pc:chgData name="FAIZA KHAN" userId="49b73bd8-6afc-47db-8ee9-a3d9e4f65dc0" providerId="ADAL" clId="{4B9DAC7E-8B1C-4215-AE82-34466FE0114B}" dt="2026-09-15T10:41:48.136" v="1462" actId="47"/>
        <pc:sldMkLst>
          <pc:docMk/>
          <pc:sldMk cId="3059617402" sldId="294"/>
        </pc:sldMkLst>
      </pc:sldChg>
      <pc:sldChg chg="addSp delSp modSp new del mod">
        <pc:chgData name="FAIZA KHAN" userId="49b73bd8-6afc-47db-8ee9-a3d9e4f65dc0" providerId="ADAL" clId="{4B9DAC7E-8B1C-4215-AE82-34466FE0114B}" dt="2026-09-15T10:41:48.136" v="1462" actId="47"/>
        <pc:sldMkLst>
          <pc:docMk/>
          <pc:sldMk cId="1349526287" sldId="295"/>
        </pc:sldMkLst>
      </pc:sldChg>
      <pc:sldChg chg="addSp delSp modSp new del mod">
        <pc:chgData name="FAIZA KHAN" userId="49b73bd8-6afc-47db-8ee9-a3d9e4f65dc0" providerId="ADAL" clId="{4B9DAC7E-8B1C-4215-AE82-34466FE0114B}" dt="2026-09-15T10:41:48.136" v="1462" actId="47"/>
        <pc:sldMkLst>
          <pc:docMk/>
          <pc:sldMk cId="1768759424" sldId="296"/>
        </pc:sldMkLst>
      </pc:sldChg>
      <pc:sldChg chg="addSp modSp new del mod modAnim">
        <pc:chgData name="FAIZA KHAN" userId="49b73bd8-6afc-47db-8ee9-a3d9e4f65dc0" providerId="ADAL" clId="{4B9DAC7E-8B1C-4215-AE82-34466FE0114B}" dt="2026-09-15T10:41:48.136" v="1462" actId="47"/>
        <pc:sldMkLst>
          <pc:docMk/>
          <pc:sldMk cId="3819377290" sldId="297"/>
        </pc:sldMkLst>
      </pc:sldChg>
      <pc:sldChg chg="modSp new del mod">
        <pc:chgData name="FAIZA KHAN" userId="49b73bd8-6afc-47db-8ee9-a3d9e4f65dc0" providerId="ADAL" clId="{4B9DAC7E-8B1C-4215-AE82-34466FE0114B}" dt="2026-09-15T10:41:48.136" v="1462" actId="47"/>
        <pc:sldMkLst>
          <pc:docMk/>
          <pc:sldMk cId="3611838170" sldId="298"/>
        </pc:sldMkLst>
      </pc:sldChg>
      <pc:sldChg chg="addSp delSp modSp new del mod setBg setClrOvrMap">
        <pc:chgData name="FAIZA KHAN" userId="49b73bd8-6afc-47db-8ee9-a3d9e4f65dc0" providerId="ADAL" clId="{4B9DAC7E-8B1C-4215-AE82-34466FE0114B}" dt="2026-09-15T10:41:48.136" v="1462" actId="47"/>
        <pc:sldMkLst>
          <pc:docMk/>
          <pc:sldMk cId="3467924137" sldId="299"/>
        </pc:sldMkLst>
      </pc:sldChg>
      <pc:sldChg chg="addSp modSp new del mod setBg">
        <pc:chgData name="FAIZA KHAN" userId="49b73bd8-6afc-47db-8ee9-a3d9e4f65dc0" providerId="ADAL" clId="{4B9DAC7E-8B1C-4215-AE82-34466FE0114B}" dt="2026-09-15T10:41:48.136" v="1462" actId="47"/>
        <pc:sldMkLst>
          <pc:docMk/>
          <pc:sldMk cId="310899840" sldId="300"/>
        </pc:sldMkLst>
      </pc:sldChg>
      <pc:sldChg chg="add">
        <pc:chgData name="FAIZA KHAN" userId="49b73bd8-6afc-47db-8ee9-a3d9e4f65dc0" providerId="ADAL" clId="{4B9DAC7E-8B1C-4215-AE82-34466FE0114B}" dt="2026-09-16T05:03:05.989" v="1667"/>
        <pc:sldMkLst>
          <pc:docMk/>
          <pc:sldMk cId="3042677408" sldId="300"/>
        </pc:sldMkLst>
      </pc:sldChg>
      <pc:sldChg chg="add">
        <pc:chgData name="FAIZA KHAN" userId="49b73bd8-6afc-47db-8ee9-a3d9e4f65dc0" providerId="ADAL" clId="{4B9DAC7E-8B1C-4215-AE82-34466FE0114B}" dt="2026-09-16T05:03:05.989" v="1667"/>
        <pc:sldMkLst>
          <pc:docMk/>
          <pc:sldMk cId="3204775615" sldId="301"/>
        </pc:sldMkLst>
      </pc:sldChg>
      <pc:sldChg chg="addSp delSp modSp new del mod setBg setClrOvrMap">
        <pc:chgData name="FAIZA KHAN" userId="49b73bd8-6afc-47db-8ee9-a3d9e4f65dc0" providerId="ADAL" clId="{4B9DAC7E-8B1C-4215-AE82-34466FE0114B}" dt="2026-09-15T10:41:48.136" v="1462" actId="47"/>
        <pc:sldMkLst>
          <pc:docMk/>
          <pc:sldMk cId="3529175445" sldId="301"/>
        </pc:sldMkLst>
      </pc:sldChg>
      <pc:sldChg chg="addSp modSp new del mod modAnim">
        <pc:chgData name="FAIZA KHAN" userId="49b73bd8-6afc-47db-8ee9-a3d9e4f65dc0" providerId="ADAL" clId="{4B9DAC7E-8B1C-4215-AE82-34466FE0114B}" dt="2026-09-15T10:41:48.136" v="1462" actId="47"/>
        <pc:sldMkLst>
          <pc:docMk/>
          <pc:sldMk cId="2027643163" sldId="302"/>
        </pc:sldMkLst>
      </pc:sldChg>
      <pc:sldChg chg="add">
        <pc:chgData name="FAIZA KHAN" userId="49b73bd8-6afc-47db-8ee9-a3d9e4f65dc0" providerId="ADAL" clId="{4B9DAC7E-8B1C-4215-AE82-34466FE0114B}" dt="2026-09-16T05:03:05.989" v="1667"/>
        <pc:sldMkLst>
          <pc:docMk/>
          <pc:sldMk cId="2380729727" sldId="302"/>
        </pc:sldMkLst>
      </pc:sldChg>
      <pc:sldChg chg="add">
        <pc:chgData name="FAIZA KHAN" userId="49b73bd8-6afc-47db-8ee9-a3d9e4f65dc0" providerId="ADAL" clId="{4B9DAC7E-8B1C-4215-AE82-34466FE0114B}" dt="2026-09-16T05:03:05.989" v="1667"/>
        <pc:sldMkLst>
          <pc:docMk/>
          <pc:sldMk cId="2383928673" sldId="303"/>
        </pc:sldMkLst>
      </pc:sldChg>
      <pc:sldChg chg="addSp delSp modSp add del mod setBg delDesignElem">
        <pc:chgData name="FAIZA KHAN" userId="49b73bd8-6afc-47db-8ee9-a3d9e4f65dc0" providerId="ADAL" clId="{4B9DAC7E-8B1C-4215-AE82-34466FE0114B}" dt="2026-09-15T10:41:48.136" v="1462" actId="47"/>
        <pc:sldMkLst>
          <pc:docMk/>
          <pc:sldMk cId="3454978403" sldId="303"/>
        </pc:sldMkLst>
      </pc:sldChg>
      <pc:sldChg chg="delSp modSp add del mod setBg delDesignElem">
        <pc:chgData name="FAIZA KHAN" userId="49b73bd8-6afc-47db-8ee9-a3d9e4f65dc0" providerId="ADAL" clId="{4B9DAC7E-8B1C-4215-AE82-34466FE0114B}" dt="2026-09-15T10:41:48.136" v="1462" actId="47"/>
        <pc:sldMkLst>
          <pc:docMk/>
          <pc:sldMk cId="1491668482" sldId="304"/>
        </pc:sldMkLst>
      </pc:sldChg>
      <pc:sldChg chg="delSp modSp add del mod setBg delDesignElem">
        <pc:chgData name="FAIZA KHAN" userId="49b73bd8-6afc-47db-8ee9-a3d9e4f65dc0" providerId="ADAL" clId="{4B9DAC7E-8B1C-4215-AE82-34466FE0114B}" dt="2026-09-15T10:41:48.136" v="1462" actId="47"/>
        <pc:sldMkLst>
          <pc:docMk/>
          <pc:sldMk cId="1428980562" sldId="305"/>
        </pc:sldMkLst>
      </pc:sldChg>
      <pc:sldChg chg="add">
        <pc:chgData name="FAIZA KHAN" userId="49b73bd8-6afc-47db-8ee9-a3d9e4f65dc0" providerId="ADAL" clId="{4B9DAC7E-8B1C-4215-AE82-34466FE0114B}" dt="2026-09-16T05:03:05.989" v="1667"/>
        <pc:sldMkLst>
          <pc:docMk/>
          <pc:sldMk cId="3087589049" sldId="306"/>
        </pc:sldMkLst>
      </pc:sldChg>
      <pc:sldChg chg="add del">
        <pc:chgData name="FAIZA KHAN" userId="49b73bd8-6afc-47db-8ee9-a3d9e4f65dc0" providerId="ADAL" clId="{4B9DAC7E-8B1C-4215-AE82-34466FE0114B}" dt="2026-09-15T10:41:48.136" v="1462" actId="47"/>
        <pc:sldMkLst>
          <pc:docMk/>
          <pc:sldMk cId="3784382645" sldId="306"/>
        </pc:sldMkLst>
      </pc:sldChg>
      <pc:sldChg chg="add">
        <pc:chgData name="FAIZA KHAN" userId="49b73bd8-6afc-47db-8ee9-a3d9e4f65dc0" providerId="ADAL" clId="{4B9DAC7E-8B1C-4215-AE82-34466FE0114B}" dt="2026-09-16T05:03:05.989" v="1667"/>
        <pc:sldMkLst>
          <pc:docMk/>
          <pc:sldMk cId="2549353845" sldId="307"/>
        </pc:sldMkLst>
      </pc:sldChg>
      <pc:sldChg chg="add del">
        <pc:chgData name="FAIZA KHAN" userId="49b73bd8-6afc-47db-8ee9-a3d9e4f65dc0" providerId="ADAL" clId="{4B9DAC7E-8B1C-4215-AE82-34466FE0114B}" dt="2026-09-15T10:41:48.136" v="1462" actId="47"/>
        <pc:sldMkLst>
          <pc:docMk/>
          <pc:sldMk cId="3826762092" sldId="307"/>
        </pc:sldMkLst>
      </pc:sldChg>
      <pc:sldChg chg="add">
        <pc:chgData name="FAIZA KHAN" userId="49b73bd8-6afc-47db-8ee9-a3d9e4f65dc0" providerId="ADAL" clId="{4B9DAC7E-8B1C-4215-AE82-34466FE0114B}" dt="2026-09-16T05:03:05.989" v="1667"/>
        <pc:sldMkLst>
          <pc:docMk/>
          <pc:sldMk cId="899729834" sldId="308"/>
        </pc:sldMkLst>
      </pc:sldChg>
      <pc:sldChg chg="add del">
        <pc:chgData name="FAIZA KHAN" userId="49b73bd8-6afc-47db-8ee9-a3d9e4f65dc0" providerId="ADAL" clId="{4B9DAC7E-8B1C-4215-AE82-34466FE0114B}" dt="2026-09-15T10:41:48.136" v="1462" actId="47"/>
        <pc:sldMkLst>
          <pc:docMk/>
          <pc:sldMk cId="2799876973" sldId="308"/>
        </pc:sldMkLst>
      </pc:sldChg>
      <pc:sldChg chg="add">
        <pc:chgData name="FAIZA KHAN" userId="49b73bd8-6afc-47db-8ee9-a3d9e4f65dc0" providerId="ADAL" clId="{4B9DAC7E-8B1C-4215-AE82-34466FE0114B}" dt="2026-09-16T05:03:05.989" v="1667"/>
        <pc:sldMkLst>
          <pc:docMk/>
          <pc:sldMk cId="341139920" sldId="309"/>
        </pc:sldMkLst>
      </pc:sldChg>
      <pc:sldChg chg="add del">
        <pc:chgData name="FAIZA KHAN" userId="49b73bd8-6afc-47db-8ee9-a3d9e4f65dc0" providerId="ADAL" clId="{4B9DAC7E-8B1C-4215-AE82-34466FE0114B}" dt="2026-09-15T10:41:48.136" v="1462" actId="47"/>
        <pc:sldMkLst>
          <pc:docMk/>
          <pc:sldMk cId="3575237311" sldId="309"/>
        </pc:sldMkLst>
      </pc:sldChg>
      <pc:sldChg chg="add del">
        <pc:chgData name="FAIZA KHAN" userId="49b73bd8-6afc-47db-8ee9-a3d9e4f65dc0" providerId="ADAL" clId="{4B9DAC7E-8B1C-4215-AE82-34466FE0114B}" dt="2026-09-15T10:41:48.136" v="1462" actId="47"/>
        <pc:sldMkLst>
          <pc:docMk/>
          <pc:sldMk cId="2251499147" sldId="310"/>
        </pc:sldMkLst>
      </pc:sldChg>
      <pc:sldChg chg="add">
        <pc:chgData name="FAIZA KHAN" userId="49b73bd8-6afc-47db-8ee9-a3d9e4f65dc0" providerId="ADAL" clId="{4B9DAC7E-8B1C-4215-AE82-34466FE0114B}" dt="2026-09-16T05:03:05.989" v="1667"/>
        <pc:sldMkLst>
          <pc:docMk/>
          <pc:sldMk cId="4010746347" sldId="311"/>
        </pc:sldMkLst>
      </pc:sldChg>
      <pc:sldChg chg="add">
        <pc:chgData name="FAIZA KHAN" userId="49b73bd8-6afc-47db-8ee9-a3d9e4f65dc0" providerId="ADAL" clId="{4B9DAC7E-8B1C-4215-AE82-34466FE0114B}" dt="2026-09-16T05:03:05.989" v="1667"/>
        <pc:sldMkLst>
          <pc:docMk/>
          <pc:sldMk cId="1540652307" sldId="314"/>
        </pc:sldMkLst>
      </pc:sldChg>
      <pc:sldChg chg="add">
        <pc:chgData name="FAIZA KHAN" userId="49b73bd8-6afc-47db-8ee9-a3d9e4f65dc0" providerId="ADAL" clId="{4B9DAC7E-8B1C-4215-AE82-34466FE0114B}" dt="2026-09-16T05:03:05.989" v="1667"/>
        <pc:sldMkLst>
          <pc:docMk/>
          <pc:sldMk cId="2156929768" sldId="318"/>
        </pc:sldMkLst>
      </pc:sldChg>
      <pc:sldChg chg="add">
        <pc:chgData name="FAIZA KHAN" userId="49b73bd8-6afc-47db-8ee9-a3d9e4f65dc0" providerId="ADAL" clId="{4B9DAC7E-8B1C-4215-AE82-34466FE0114B}" dt="2026-09-16T05:03:05.989" v="1667"/>
        <pc:sldMkLst>
          <pc:docMk/>
          <pc:sldMk cId="3422485062" sldId="319"/>
        </pc:sldMkLst>
      </pc:sldChg>
      <pc:sldChg chg="add">
        <pc:chgData name="FAIZA KHAN" userId="49b73bd8-6afc-47db-8ee9-a3d9e4f65dc0" providerId="ADAL" clId="{4B9DAC7E-8B1C-4215-AE82-34466FE0114B}" dt="2026-09-16T05:03:05.989" v="1667"/>
        <pc:sldMkLst>
          <pc:docMk/>
          <pc:sldMk cId="3724065738" sldId="320"/>
        </pc:sldMkLst>
      </pc:sldChg>
      <pc:sldChg chg="add">
        <pc:chgData name="FAIZA KHAN" userId="49b73bd8-6afc-47db-8ee9-a3d9e4f65dc0" providerId="ADAL" clId="{4B9DAC7E-8B1C-4215-AE82-34466FE0114B}" dt="2026-09-16T05:03:05.989" v="1667"/>
        <pc:sldMkLst>
          <pc:docMk/>
          <pc:sldMk cId="2402506720" sldId="321"/>
        </pc:sldMkLst>
      </pc:sldChg>
      <pc:sldChg chg="delSp modSp add del mod">
        <pc:chgData name="FAIZA KHAN" userId="49b73bd8-6afc-47db-8ee9-a3d9e4f65dc0" providerId="ADAL" clId="{4B9DAC7E-8B1C-4215-AE82-34466FE0114B}" dt="2026-09-15T11:06:09.750" v="1596" actId="47"/>
        <pc:sldMkLst>
          <pc:docMk/>
          <pc:sldMk cId="554660900" sldId="334"/>
        </pc:sldMkLst>
        <pc:spChg chg="mod">
          <ac:chgData name="FAIZA KHAN" userId="49b73bd8-6afc-47db-8ee9-a3d9e4f65dc0" providerId="ADAL" clId="{4B9DAC7E-8B1C-4215-AE82-34466FE0114B}" dt="2026-09-15T11:04:43.852" v="1588" actId="1076"/>
          <ac:spMkLst>
            <pc:docMk/>
            <pc:sldMk cId="554660900" sldId="334"/>
            <ac:spMk id="869378" creationId="{00000000-0000-0000-0000-000000000000}"/>
          </ac:spMkLst>
        </pc:spChg>
        <pc:spChg chg="mod">
          <ac:chgData name="FAIZA KHAN" userId="49b73bd8-6afc-47db-8ee9-a3d9e4f65dc0" providerId="ADAL" clId="{4B9DAC7E-8B1C-4215-AE82-34466FE0114B}" dt="2026-09-15T11:04:54.561" v="1591" actId="20577"/>
          <ac:spMkLst>
            <pc:docMk/>
            <pc:sldMk cId="554660900" sldId="334"/>
            <ac:spMk id="869379" creationId="{00000000-0000-0000-0000-000000000000}"/>
          </ac:spMkLst>
        </pc:spChg>
        <pc:spChg chg="del">
          <ac:chgData name="FAIZA KHAN" userId="49b73bd8-6afc-47db-8ee9-a3d9e4f65dc0" providerId="ADAL" clId="{4B9DAC7E-8B1C-4215-AE82-34466FE0114B}" dt="2026-09-15T11:05:04.568" v="1593" actId="478"/>
          <ac:spMkLst>
            <pc:docMk/>
            <pc:sldMk cId="554660900" sldId="334"/>
            <ac:spMk id="869380" creationId="{00000000-0000-0000-0000-000000000000}"/>
          </ac:spMkLst>
        </pc:spChg>
        <pc:spChg chg="del">
          <ac:chgData name="FAIZA KHAN" userId="49b73bd8-6afc-47db-8ee9-a3d9e4f65dc0" providerId="ADAL" clId="{4B9DAC7E-8B1C-4215-AE82-34466FE0114B}" dt="2026-09-15T11:04:57.391" v="1592" actId="478"/>
          <ac:spMkLst>
            <pc:docMk/>
            <pc:sldMk cId="554660900" sldId="334"/>
            <ac:spMk id="869381" creationId="{00000000-0000-0000-0000-000000000000}"/>
          </ac:spMkLst>
        </pc:spChg>
        <pc:spChg chg="mod">
          <ac:chgData name="FAIZA KHAN" userId="49b73bd8-6afc-47db-8ee9-a3d9e4f65dc0" providerId="ADAL" clId="{4B9DAC7E-8B1C-4215-AE82-34466FE0114B}" dt="2026-09-15T11:05:12.869" v="1595" actId="14100"/>
          <ac:spMkLst>
            <pc:docMk/>
            <pc:sldMk cId="554660900" sldId="334"/>
            <ac:spMk id="869382" creationId="{00000000-0000-0000-0000-000000000000}"/>
          </ac:spMkLst>
        </pc:spChg>
      </pc:sldChg>
      <pc:sldChg chg="add del">
        <pc:chgData name="FAIZA KHAN" userId="49b73bd8-6afc-47db-8ee9-a3d9e4f65dc0" providerId="ADAL" clId="{4B9DAC7E-8B1C-4215-AE82-34466FE0114B}" dt="2026-09-15T11:06:14.007" v="1597" actId="47"/>
        <pc:sldMkLst>
          <pc:docMk/>
          <pc:sldMk cId="2179528059" sldId="335"/>
        </pc:sldMkLst>
      </pc:sldChg>
      <pc:sldChg chg="modSp add mod">
        <pc:chgData name="FAIZA KHAN" userId="49b73bd8-6afc-47db-8ee9-a3d9e4f65dc0" providerId="ADAL" clId="{4B9DAC7E-8B1C-4215-AE82-34466FE0114B}" dt="2026-09-16T05:03:51.942" v="1670" actId="1076"/>
        <pc:sldMkLst>
          <pc:docMk/>
          <pc:sldMk cId="1816497703" sldId="354"/>
        </pc:sldMkLst>
        <pc:spChg chg="mod">
          <ac:chgData name="FAIZA KHAN" userId="49b73bd8-6afc-47db-8ee9-a3d9e4f65dc0" providerId="ADAL" clId="{4B9DAC7E-8B1C-4215-AE82-34466FE0114B}" dt="2026-09-16T05:03:51.942" v="1670" actId="1076"/>
          <ac:spMkLst>
            <pc:docMk/>
            <pc:sldMk cId="1816497703" sldId="354"/>
            <ac:spMk id="2" creationId="{00000000-0000-0000-0000-000000000000}"/>
          </ac:spMkLst>
        </pc:spChg>
      </pc:sldChg>
      <pc:sldChg chg="add">
        <pc:chgData name="FAIZA KHAN" userId="49b73bd8-6afc-47db-8ee9-a3d9e4f65dc0" providerId="ADAL" clId="{4B9DAC7E-8B1C-4215-AE82-34466FE0114B}" dt="2026-09-15T11:03:36.150" v="1583"/>
        <pc:sldMkLst>
          <pc:docMk/>
          <pc:sldMk cId="965330944" sldId="357"/>
        </pc:sldMkLst>
      </pc:sldChg>
      <pc:sldChg chg="add">
        <pc:chgData name="FAIZA KHAN" userId="49b73bd8-6afc-47db-8ee9-a3d9e4f65dc0" providerId="ADAL" clId="{4B9DAC7E-8B1C-4215-AE82-34466FE0114B}" dt="2026-09-15T11:03:36.150" v="1583"/>
        <pc:sldMkLst>
          <pc:docMk/>
          <pc:sldMk cId="3369851142" sldId="358"/>
        </pc:sldMkLst>
      </pc:sldChg>
      <pc:sldChg chg="addSp modSp add mod">
        <pc:chgData name="FAIZA KHAN" userId="49b73bd8-6afc-47db-8ee9-a3d9e4f65dc0" providerId="ADAL" clId="{4B9DAC7E-8B1C-4215-AE82-34466FE0114B}" dt="2026-09-16T04:42:47.220" v="1600" actId="1076"/>
        <pc:sldMkLst>
          <pc:docMk/>
          <pc:sldMk cId="4213741349" sldId="359"/>
        </pc:sldMkLst>
        <pc:spChg chg="add mod">
          <ac:chgData name="FAIZA KHAN" userId="49b73bd8-6afc-47db-8ee9-a3d9e4f65dc0" providerId="ADAL" clId="{4B9DAC7E-8B1C-4215-AE82-34466FE0114B}" dt="2026-09-16T04:42:47.220" v="1600" actId="1076"/>
          <ac:spMkLst>
            <pc:docMk/>
            <pc:sldMk cId="4213741349" sldId="359"/>
            <ac:spMk id="3" creationId="{A4EC5B3B-6962-13FE-AD6E-4CBF17EA1A5E}"/>
          </ac:spMkLst>
        </pc:spChg>
      </pc:sldChg>
      <pc:sldChg chg="add">
        <pc:chgData name="FAIZA KHAN" userId="49b73bd8-6afc-47db-8ee9-a3d9e4f65dc0" providerId="ADAL" clId="{4B9DAC7E-8B1C-4215-AE82-34466FE0114B}" dt="2026-09-15T11:06:15.657" v="1598"/>
        <pc:sldMkLst>
          <pc:docMk/>
          <pc:sldMk cId="3432741624" sldId="360"/>
        </pc:sldMkLst>
      </pc:sldChg>
      <pc:sldChg chg="add">
        <pc:chgData name="FAIZA KHAN" userId="49b73bd8-6afc-47db-8ee9-a3d9e4f65dc0" providerId="ADAL" clId="{4B9DAC7E-8B1C-4215-AE82-34466FE0114B}" dt="2026-09-16T04:45:09.125" v="1601"/>
        <pc:sldMkLst>
          <pc:docMk/>
          <pc:sldMk cId="2808280944" sldId="361"/>
        </pc:sldMkLst>
      </pc:sldChg>
      <pc:sldChg chg="add">
        <pc:chgData name="FAIZA KHAN" userId="49b73bd8-6afc-47db-8ee9-a3d9e4f65dc0" providerId="ADAL" clId="{4B9DAC7E-8B1C-4215-AE82-34466FE0114B}" dt="2026-09-16T04:45:53.402" v="1602"/>
        <pc:sldMkLst>
          <pc:docMk/>
          <pc:sldMk cId="1854501438" sldId="362"/>
        </pc:sldMkLst>
      </pc:sldChg>
      <pc:sldChg chg="add del">
        <pc:chgData name="FAIZA KHAN" userId="49b73bd8-6afc-47db-8ee9-a3d9e4f65dc0" providerId="ADAL" clId="{4B9DAC7E-8B1C-4215-AE82-34466FE0114B}" dt="2026-09-16T04:48:57.539" v="1604"/>
        <pc:sldMkLst>
          <pc:docMk/>
          <pc:sldMk cId="1280385389" sldId="363"/>
        </pc:sldMkLst>
      </pc:sldChg>
      <pc:sldChg chg="modSp add mod modClrScheme chgLayout">
        <pc:chgData name="FAIZA KHAN" userId="49b73bd8-6afc-47db-8ee9-a3d9e4f65dc0" providerId="ADAL" clId="{4B9DAC7E-8B1C-4215-AE82-34466FE0114B}" dt="2026-09-16T06:19:28.604" v="2078" actId="1076"/>
        <pc:sldMkLst>
          <pc:docMk/>
          <pc:sldMk cId="4063887685" sldId="363"/>
        </pc:sldMkLst>
        <pc:spChg chg="mod">
          <ac:chgData name="FAIZA KHAN" userId="49b73bd8-6afc-47db-8ee9-a3d9e4f65dc0" providerId="ADAL" clId="{4B9DAC7E-8B1C-4215-AE82-34466FE0114B}" dt="2026-09-16T06:19:28.604" v="2078" actId="1076"/>
          <ac:spMkLst>
            <pc:docMk/>
            <pc:sldMk cId="4063887685" sldId="363"/>
            <ac:spMk id="6" creationId="{00000000-0000-0000-0000-000000000000}"/>
          </ac:spMkLst>
        </pc:spChg>
        <pc:spChg chg="mod ord">
          <ac:chgData name="FAIZA KHAN" userId="49b73bd8-6afc-47db-8ee9-a3d9e4f65dc0" providerId="ADAL" clId="{4B9DAC7E-8B1C-4215-AE82-34466FE0114B}" dt="2026-09-16T04:50:13.063" v="1609" actId="1076"/>
          <ac:spMkLst>
            <pc:docMk/>
            <pc:sldMk cId="4063887685" sldId="363"/>
            <ac:spMk id="909314" creationId="{00000000-0000-0000-0000-000000000000}"/>
          </ac:spMkLst>
        </pc:spChg>
        <pc:spChg chg="mod ord">
          <ac:chgData name="FAIZA KHAN" userId="49b73bd8-6afc-47db-8ee9-a3d9e4f65dc0" providerId="ADAL" clId="{4B9DAC7E-8B1C-4215-AE82-34466FE0114B}" dt="2026-09-16T04:50:26.136" v="1610" actId="1076"/>
          <ac:spMkLst>
            <pc:docMk/>
            <pc:sldMk cId="4063887685" sldId="363"/>
            <ac:spMk id="909315" creationId="{00000000-0000-0000-0000-000000000000}"/>
          </ac:spMkLst>
        </pc:spChg>
        <pc:graphicFrameChg chg="mod ord modGraphic">
          <ac:chgData name="FAIZA KHAN" userId="49b73bd8-6afc-47db-8ee9-a3d9e4f65dc0" providerId="ADAL" clId="{4B9DAC7E-8B1C-4215-AE82-34466FE0114B}" dt="2026-09-16T04:50:32.017" v="1611" actId="1076"/>
          <ac:graphicFrameMkLst>
            <pc:docMk/>
            <pc:sldMk cId="4063887685" sldId="363"/>
            <ac:graphicFrameMk id="909375" creationId="{00000000-0000-0000-0000-000000000000}"/>
          </ac:graphicFrameMkLst>
        </pc:graphicFrameChg>
      </pc:sldChg>
      <pc:sldChg chg="modSp add mod">
        <pc:chgData name="FAIZA KHAN" userId="49b73bd8-6afc-47db-8ee9-a3d9e4f65dc0" providerId="ADAL" clId="{4B9DAC7E-8B1C-4215-AE82-34466FE0114B}" dt="2026-09-16T04:55:58.721" v="1622" actId="1076"/>
        <pc:sldMkLst>
          <pc:docMk/>
          <pc:sldMk cId="1280385389" sldId="364"/>
        </pc:sldMkLst>
        <pc:spChg chg="mod">
          <ac:chgData name="FAIZA KHAN" userId="49b73bd8-6afc-47db-8ee9-a3d9e4f65dc0" providerId="ADAL" clId="{4B9DAC7E-8B1C-4215-AE82-34466FE0114B}" dt="2026-09-16T04:55:34.324" v="1618" actId="1076"/>
          <ac:spMkLst>
            <pc:docMk/>
            <pc:sldMk cId="1280385389" sldId="364"/>
            <ac:spMk id="62468" creationId="{00000000-0000-0000-0000-000000000000}"/>
          </ac:spMkLst>
        </pc:spChg>
        <pc:spChg chg="mod">
          <ac:chgData name="FAIZA KHAN" userId="49b73bd8-6afc-47db-8ee9-a3d9e4f65dc0" providerId="ADAL" clId="{4B9DAC7E-8B1C-4215-AE82-34466FE0114B}" dt="2026-09-16T04:55:54.141" v="1621" actId="1076"/>
          <ac:spMkLst>
            <pc:docMk/>
            <pc:sldMk cId="1280385389" sldId="364"/>
            <ac:spMk id="62469" creationId="{00000000-0000-0000-0000-000000000000}"/>
          </ac:spMkLst>
        </pc:spChg>
        <pc:spChg chg="mod">
          <ac:chgData name="FAIZA KHAN" userId="49b73bd8-6afc-47db-8ee9-a3d9e4f65dc0" providerId="ADAL" clId="{4B9DAC7E-8B1C-4215-AE82-34466FE0114B}" dt="2026-09-16T04:52:43.512" v="1614" actId="1076"/>
          <ac:spMkLst>
            <pc:docMk/>
            <pc:sldMk cId="1280385389" sldId="364"/>
            <ac:spMk id="921602" creationId="{00000000-0000-0000-0000-000000000000}"/>
          </ac:spMkLst>
        </pc:spChg>
        <pc:spChg chg="mod">
          <ac:chgData name="FAIZA KHAN" userId="49b73bd8-6afc-47db-8ee9-a3d9e4f65dc0" providerId="ADAL" clId="{4B9DAC7E-8B1C-4215-AE82-34466FE0114B}" dt="2026-09-16T04:55:42.555" v="1619" actId="1076"/>
          <ac:spMkLst>
            <pc:docMk/>
            <pc:sldMk cId="1280385389" sldId="364"/>
            <ac:spMk id="921610" creationId="{00000000-0000-0000-0000-000000000000}"/>
          </ac:spMkLst>
        </pc:spChg>
        <pc:spChg chg="mod">
          <ac:chgData name="FAIZA KHAN" userId="49b73bd8-6afc-47db-8ee9-a3d9e4f65dc0" providerId="ADAL" clId="{4B9DAC7E-8B1C-4215-AE82-34466FE0114B}" dt="2026-09-16T04:55:49.945" v="1620" actId="1076"/>
          <ac:spMkLst>
            <pc:docMk/>
            <pc:sldMk cId="1280385389" sldId="364"/>
            <ac:spMk id="921612" creationId="{00000000-0000-0000-0000-000000000000}"/>
          </ac:spMkLst>
        </pc:spChg>
        <pc:spChg chg="mod">
          <ac:chgData name="FAIZA KHAN" userId="49b73bd8-6afc-47db-8ee9-a3d9e4f65dc0" providerId="ADAL" clId="{4B9DAC7E-8B1C-4215-AE82-34466FE0114B}" dt="2026-09-16T04:55:58.721" v="1622" actId="1076"/>
          <ac:spMkLst>
            <pc:docMk/>
            <pc:sldMk cId="1280385389" sldId="364"/>
            <ac:spMk id="921616" creationId="{00000000-0000-0000-0000-000000000000}"/>
          </ac:spMkLst>
        </pc:spChg>
      </pc:sldChg>
      <pc:sldChg chg="modSp add mod">
        <pc:chgData name="FAIZA KHAN" userId="49b73bd8-6afc-47db-8ee9-a3d9e4f65dc0" providerId="ADAL" clId="{4B9DAC7E-8B1C-4215-AE82-34466FE0114B}" dt="2026-09-16T04:56:53.304" v="1633" actId="14100"/>
        <pc:sldMkLst>
          <pc:docMk/>
          <pc:sldMk cId="41110538" sldId="365"/>
        </pc:sldMkLst>
        <pc:spChg chg="mod">
          <ac:chgData name="FAIZA KHAN" userId="49b73bd8-6afc-47db-8ee9-a3d9e4f65dc0" providerId="ADAL" clId="{4B9DAC7E-8B1C-4215-AE82-34466FE0114B}" dt="2026-09-16T04:56:38.129" v="1629" actId="1076"/>
          <ac:spMkLst>
            <pc:docMk/>
            <pc:sldMk cId="41110538" sldId="365"/>
            <ac:spMk id="63496" creationId="{00000000-0000-0000-0000-000000000000}"/>
          </ac:spMkLst>
        </pc:spChg>
        <pc:spChg chg="mod">
          <ac:chgData name="FAIZA KHAN" userId="49b73bd8-6afc-47db-8ee9-a3d9e4f65dc0" providerId="ADAL" clId="{4B9DAC7E-8B1C-4215-AE82-34466FE0114B}" dt="2026-09-16T04:56:31.783" v="1628" actId="14100"/>
          <ac:spMkLst>
            <pc:docMk/>
            <pc:sldMk cId="41110538" sldId="365"/>
            <ac:spMk id="923652" creationId="{00000000-0000-0000-0000-000000000000}"/>
          </ac:spMkLst>
        </pc:spChg>
        <pc:spChg chg="mod">
          <ac:chgData name="FAIZA KHAN" userId="49b73bd8-6afc-47db-8ee9-a3d9e4f65dc0" providerId="ADAL" clId="{4B9DAC7E-8B1C-4215-AE82-34466FE0114B}" dt="2026-09-16T04:56:27.209" v="1627" actId="14100"/>
          <ac:spMkLst>
            <pc:docMk/>
            <pc:sldMk cId="41110538" sldId="365"/>
            <ac:spMk id="923653" creationId="{00000000-0000-0000-0000-000000000000}"/>
          </ac:spMkLst>
        </pc:spChg>
        <pc:spChg chg="mod">
          <ac:chgData name="FAIZA KHAN" userId="49b73bd8-6afc-47db-8ee9-a3d9e4f65dc0" providerId="ADAL" clId="{4B9DAC7E-8B1C-4215-AE82-34466FE0114B}" dt="2026-09-16T04:56:49.212" v="1632" actId="14100"/>
          <ac:spMkLst>
            <pc:docMk/>
            <pc:sldMk cId="41110538" sldId="365"/>
            <ac:spMk id="923654" creationId="{00000000-0000-0000-0000-000000000000}"/>
          </ac:spMkLst>
        </pc:spChg>
        <pc:spChg chg="mod">
          <ac:chgData name="FAIZA KHAN" userId="49b73bd8-6afc-47db-8ee9-a3d9e4f65dc0" providerId="ADAL" clId="{4B9DAC7E-8B1C-4215-AE82-34466FE0114B}" dt="2026-09-16T04:56:13.703" v="1623" actId="1076"/>
          <ac:spMkLst>
            <pc:docMk/>
            <pc:sldMk cId="41110538" sldId="365"/>
            <ac:spMk id="923658" creationId="{00000000-0000-0000-0000-000000000000}"/>
          </ac:spMkLst>
        </pc:spChg>
        <pc:spChg chg="mod">
          <ac:chgData name="FAIZA KHAN" userId="49b73bd8-6afc-47db-8ee9-a3d9e4f65dc0" providerId="ADAL" clId="{4B9DAC7E-8B1C-4215-AE82-34466FE0114B}" dt="2026-09-16T04:56:53.304" v="1633" actId="14100"/>
          <ac:spMkLst>
            <pc:docMk/>
            <pc:sldMk cId="41110538" sldId="365"/>
            <ac:spMk id="923659" creationId="{00000000-0000-0000-0000-000000000000}"/>
          </ac:spMkLst>
        </pc:spChg>
        <pc:spChg chg="mod">
          <ac:chgData name="FAIZA KHAN" userId="49b73bd8-6afc-47db-8ee9-a3d9e4f65dc0" providerId="ADAL" clId="{4B9DAC7E-8B1C-4215-AE82-34466FE0114B}" dt="2026-09-16T04:56:46.017" v="1631" actId="1076"/>
          <ac:spMkLst>
            <pc:docMk/>
            <pc:sldMk cId="41110538" sldId="365"/>
            <ac:spMk id="923660" creationId="{00000000-0000-0000-0000-000000000000}"/>
          </ac:spMkLst>
        </pc:spChg>
      </pc:sldChg>
      <pc:sldChg chg="addSp modSp add mod">
        <pc:chgData name="FAIZA KHAN" userId="49b73bd8-6afc-47db-8ee9-a3d9e4f65dc0" providerId="ADAL" clId="{4B9DAC7E-8B1C-4215-AE82-34466FE0114B}" dt="2026-09-16T05:00:40.597" v="1666" actId="208"/>
        <pc:sldMkLst>
          <pc:docMk/>
          <pc:sldMk cId="1187907409" sldId="366"/>
        </pc:sldMkLst>
        <pc:spChg chg="add mod">
          <ac:chgData name="FAIZA KHAN" userId="49b73bd8-6afc-47db-8ee9-a3d9e4f65dc0" providerId="ADAL" clId="{4B9DAC7E-8B1C-4215-AE82-34466FE0114B}" dt="2026-09-16T05:00:37.318" v="1665" actId="1076"/>
          <ac:spMkLst>
            <pc:docMk/>
            <pc:sldMk cId="1187907409" sldId="366"/>
            <ac:spMk id="6" creationId="{4F1D6378-5587-AA83-03DC-5815306280BD}"/>
          </ac:spMkLst>
        </pc:spChg>
        <pc:spChg chg="mod">
          <ac:chgData name="FAIZA KHAN" userId="49b73bd8-6afc-47db-8ee9-a3d9e4f65dc0" providerId="ADAL" clId="{4B9DAC7E-8B1C-4215-AE82-34466FE0114B}" dt="2026-09-16T04:57:34.472" v="1637" actId="1076"/>
          <ac:spMkLst>
            <pc:docMk/>
            <pc:sldMk cId="1187907409" sldId="366"/>
            <ac:spMk id="1061890" creationId="{00000000-0000-0000-0000-000000000000}"/>
          </ac:spMkLst>
        </pc:spChg>
        <pc:spChg chg="mod">
          <ac:chgData name="FAIZA KHAN" userId="49b73bd8-6afc-47db-8ee9-a3d9e4f65dc0" providerId="ADAL" clId="{4B9DAC7E-8B1C-4215-AE82-34466FE0114B}" dt="2026-09-16T05:00:23.489" v="1653" actId="1076"/>
          <ac:spMkLst>
            <pc:docMk/>
            <pc:sldMk cId="1187907409" sldId="366"/>
            <ac:spMk id="1061892" creationId="{00000000-0000-0000-0000-000000000000}"/>
          </ac:spMkLst>
        </pc:spChg>
        <pc:picChg chg="add mod">
          <ac:chgData name="FAIZA KHAN" userId="49b73bd8-6afc-47db-8ee9-a3d9e4f65dc0" providerId="ADAL" clId="{4B9DAC7E-8B1C-4215-AE82-34466FE0114B}" dt="2026-09-16T05:00:40.597" v="1666" actId="208"/>
          <ac:picMkLst>
            <pc:docMk/>
            <pc:sldMk cId="1187907409" sldId="366"/>
            <ac:picMk id="5" creationId="{C7FBA908-10B2-6F4F-BEDA-1CBFF1F7E289}"/>
          </ac:picMkLst>
        </pc:picChg>
      </pc:sldChg>
      <pc:sldChg chg="modSp add mod">
        <pc:chgData name="FAIZA KHAN" userId="49b73bd8-6afc-47db-8ee9-a3d9e4f65dc0" providerId="ADAL" clId="{4B9DAC7E-8B1C-4215-AE82-34466FE0114B}" dt="2026-09-16T05:05:51.894" v="1672" actId="14100"/>
        <pc:sldMkLst>
          <pc:docMk/>
          <pc:sldMk cId="0" sldId="447"/>
        </pc:sldMkLst>
        <pc:spChg chg="mod">
          <ac:chgData name="FAIZA KHAN" userId="49b73bd8-6afc-47db-8ee9-a3d9e4f65dc0" providerId="ADAL" clId="{4B9DAC7E-8B1C-4215-AE82-34466FE0114B}" dt="2026-09-16T05:05:51.894" v="1672" actId="14100"/>
          <ac:spMkLst>
            <pc:docMk/>
            <pc:sldMk cId="0" sldId="447"/>
            <ac:spMk id="933894" creationId="{00000000-0000-0000-0000-000000000000}"/>
          </ac:spMkLst>
        </pc:spChg>
      </pc:sldChg>
      <pc:sldChg chg="add">
        <pc:chgData name="FAIZA KHAN" userId="49b73bd8-6afc-47db-8ee9-a3d9e4f65dc0" providerId="ADAL" clId="{4B9DAC7E-8B1C-4215-AE82-34466FE0114B}" dt="2026-09-16T05:05:13.701" v="1671"/>
        <pc:sldMkLst>
          <pc:docMk/>
          <pc:sldMk cId="0" sldId="448"/>
        </pc:sldMkLst>
      </pc:sldChg>
      <pc:sldChg chg="add">
        <pc:chgData name="FAIZA KHAN" userId="49b73bd8-6afc-47db-8ee9-a3d9e4f65dc0" providerId="ADAL" clId="{4B9DAC7E-8B1C-4215-AE82-34466FE0114B}" dt="2026-09-16T05:05:13.701" v="1671"/>
        <pc:sldMkLst>
          <pc:docMk/>
          <pc:sldMk cId="0" sldId="449"/>
        </pc:sldMkLst>
      </pc:sldChg>
      <pc:sldChg chg="add">
        <pc:chgData name="FAIZA KHAN" userId="49b73bd8-6afc-47db-8ee9-a3d9e4f65dc0" providerId="ADAL" clId="{4B9DAC7E-8B1C-4215-AE82-34466FE0114B}" dt="2026-09-16T05:05:13.701" v="1671"/>
        <pc:sldMkLst>
          <pc:docMk/>
          <pc:sldMk cId="0" sldId="450"/>
        </pc:sldMkLst>
      </pc:sldChg>
      <pc:sldChg chg="add">
        <pc:chgData name="FAIZA KHAN" userId="49b73bd8-6afc-47db-8ee9-a3d9e4f65dc0" providerId="ADAL" clId="{4B9DAC7E-8B1C-4215-AE82-34466FE0114B}" dt="2026-09-16T05:05:13.701" v="1671"/>
        <pc:sldMkLst>
          <pc:docMk/>
          <pc:sldMk cId="0" sldId="451"/>
        </pc:sldMkLst>
      </pc:sldChg>
      <pc:sldChg chg="add">
        <pc:chgData name="FAIZA KHAN" userId="49b73bd8-6afc-47db-8ee9-a3d9e4f65dc0" providerId="ADAL" clId="{4B9DAC7E-8B1C-4215-AE82-34466FE0114B}" dt="2026-09-16T05:05:13.701" v="1671"/>
        <pc:sldMkLst>
          <pc:docMk/>
          <pc:sldMk cId="0" sldId="452"/>
        </pc:sldMkLst>
      </pc:sldChg>
      <pc:sldChg chg="modSp add mod">
        <pc:chgData name="FAIZA KHAN" userId="49b73bd8-6afc-47db-8ee9-a3d9e4f65dc0" providerId="ADAL" clId="{4B9DAC7E-8B1C-4215-AE82-34466FE0114B}" dt="2026-09-16T05:41:03.206" v="1910" actId="403"/>
        <pc:sldMkLst>
          <pc:docMk/>
          <pc:sldMk cId="0" sldId="453"/>
        </pc:sldMkLst>
        <pc:spChg chg="mod">
          <ac:chgData name="FAIZA KHAN" userId="49b73bd8-6afc-47db-8ee9-a3d9e4f65dc0" providerId="ADAL" clId="{4B9DAC7E-8B1C-4215-AE82-34466FE0114B}" dt="2026-09-16T05:41:03.206" v="1910" actId="403"/>
          <ac:spMkLst>
            <pc:docMk/>
            <pc:sldMk cId="0" sldId="453"/>
            <ac:spMk id="942085" creationId="{00000000-0000-0000-0000-000000000000}"/>
          </ac:spMkLst>
        </pc:spChg>
      </pc:sldChg>
      <pc:sldChg chg="modSp add mod">
        <pc:chgData name="FAIZA KHAN" userId="49b73bd8-6afc-47db-8ee9-a3d9e4f65dc0" providerId="ADAL" clId="{4B9DAC7E-8B1C-4215-AE82-34466FE0114B}" dt="2026-09-16T05:41:52.955" v="1925" actId="20577"/>
        <pc:sldMkLst>
          <pc:docMk/>
          <pc:sldMk cId="0" sldId="454"/>
        </pc:sldMkLst>
        <pc:spChg chg="mod">
          <ac:chgData name="FAIZA KHAN" userId="49b73bd8-6afc-47db-8ee9-a3d9e4f65dc0" providerId="ADAL" clId="{4B9DAC7E-8B1C-4215-AE82-34466FE0114B}" dt="2026-09-16T05:41:52.955" v="1925" actId="20577"/>
          <ac:spMkLst>
            <pc:docMk/>
            <pc:sldMk cId="0" sldId="454"/>
            <ac:spMk id="967683" creationId="{00000000-0000-0000-0000-000000000000}"/>
          </ac:spMkLst>
        </pc:spChg>
      </pc:sldChg>
      <pc:sldChg chg="addSp delSp modSp add mod delAnim">
        <pc:chgData name="FAIZA KHAN" userId="49b73bd8-6afc-47db-8ee9-a3d9e4f65dc0" providerId="ADAL" clId="{4B9DAC7E-8B1C-4215-AE82-34466FE0114B}" dt="2026-09-16T05:43:35.139" v="1929" actId="22"/>
        <pc:sldMkLst>
          <pc:docMk/>
          <pc:sldMk cId="0" sldId="455"/>
        </pc:sldMkLst>
        <pc:spChg chg="add mod">
          <ac:chgData name="FAIZA KHAN" userId="49b73bd8-6afc-47db-8ee9-a3d9e4f65dc0" providerId="ADAL" clId="{4B9DAC7E-8B1C-4215-AE82-34466FE0114B}" dt="2026-09-16T05:42:04.614" v="1928" actId="478"/>
          <ac:spMkLst>
            <pc:docMk/>
            <pc:sldMk cId="0" sldId="455"/>
            <ac:spMk id="4" creationId="{491D1BC6-1717-6607-C346-A889B60F28D1}"/>
          </ac:spMkLst>
        </pc:spChg>
        <pc:spChg chg="del">
          <ac:chgData name="FAIZA KHAN" userId="49b73bd8-6afc-47db-8ee9-a3d9e4f65dc0" providerId="ADAL" clId="{4B9DAC7E-8B1C-4215-AE82-34466FE0114B}" dt="2026-09-16T05:42:02.207" v="1927" actId="478"/>
          <ac:spMkLst>
            <pc:docMk/>
            <pc:sldMk cId="0" sldId="455"/>
            <ac:spMk id="9" creationId="{00000000-0000-0000-0000-000000000000}"/>
          </ac:spMkLst>
        </pc:spChg>
        <pc:spChg chg="del mod">
          <ac:chgData name="FAIZA KHAN" userId="49b73bd8-6afc-47db-8ee9-a3d9e4f65dc0" providerId="ADAL" clId="{4B9DAC7E-8B1C-4215-AE82-34466FE0114B}" dt="2026-09-16T05:42:04.614" v="1928" actId="478"/>
          <ac:spMkLst>
            <pc:docMk/>
            <pc:sldMk cId="0" sldId="455"/>
            <ac:spMk id="969730" creationId="{00000000-0000-0000-0000-000000000000}"/>
          </ac:spMkLst>
        </pc:spChg>
        <pc:picChg chg="add">
          <ac:chgData name="FAIZA KHAN" userId="49b73bd8-6afc-47db-8ee9-a3d9e4f65dc0" providerId="ADAL" clId="{4B9DAC7E-8B1C-4215-AE82-34466FE0114B}" dt="2026-09-16T05:43:35.139" v="1929" actId="22"/>
          <ac:picMkLst>
            <pc:docMk/>
            <pc:sldMk cId="0" sldId="455"/>
            <ac:picMk id="6" creationId="{7872E018-A348-5F5E-DDA3-FF06EB4DE35E}"/>
          </ac:picMkLst>
        </pc:picChg>
        <pc:picChg chg="del mod">
          <ac:chgData name="FAIZA KHAN" userId="49b73bd8-6afc-47db-8ee9-a3d9e4f65dc0" providerId="ADAL" clId="{4B9DAC7E-8B1C-4215-AE82-34466FE0114B}" dt="2026-09-16T05:42:00.596" v="1926" actId="478"/>
          <ac:picMkLst>
            <pc:docMk/>
            <pc:sldMk cId="0" sldId="455"/>
            <ac:picMk id="35845" creationId="{00000000-0000-0000-0000-000000000000}"/>
          </ac:picMkLst>
        </pc:picChg>
      </pc:sldChg>
      <pc:sldChg chg="add">
        <pc:chgData name="FAIZA KHAN" userId="49b73bd8-6afc-47db-8ee9-a3d9e4f65dc0" providerId="ADAL" clId="{4B9DAC7E-8B1C-4215-AE82-34466FE0114B}" dt="2026-09-16T05:05:13.701" v="1671"/>
        <pc:sldMkLst>
          <pc:docMk/>
          <pc:sldMk cId="4139967581" sldId="476"/>
        </pc:sldMkLst>
      </pc:sldChg>
      <pc:sldChg chg="addSp modSp new mod">
        <pc:chgData name="FAIZA KHAN" userId="49b73bd8-6afc-47db-8ee9-a3d9e4f65dc0" providerId="ADAL" clId="{4B9DAC7E-8B1C-4215-AE82-34466FE0114B}" dt="2026-09-16T05:12:06.035" v="1686" actId="1076"/>
        <pc:sldMkLst>
          <pc:docMk/>
          <pc:sldMk cId="304632475" sldId="477"/>
        </pc:sldMkLst>
        <pc:spChg chg="mod">
          <ac:chgData name="FAIZA KHAN" userId="49b73bd8-6afc-47db-8ee9-a3d9e4f65dc0" providerId="ADAL" clId="{4B9DAC7E-8B1C-4215-AE82-34466FE0114B}" dt="2026-09-16T05:10:53.364" v="1678"/>
          <ac:spMkLst>
            <pc:docMk/>
            <pc:sldMk cId="304632475" sldId="477"/>
            <ac:spMk id="2" creationId="{462C091F-D959-0366-B6D9-0FB30255C640}"/>
          </ac:spMkLst>
        </pc:spChg>
        <pc:spChg chg="add mod">
          <ac:chgData name="FAIZA KHAN" userId="49b73bd8-6afc-47db-8ee9-a3d9e4f65dc0" providerId="ADAL" clId="{4B9DAC7E-8B1C-4215-AE82-34466FE0114B}" dt="2026-09-16T05:11:08.699" v="1682" actId="1076"/>
          <ac:spMkLst>
            <pc:docMk/>
            <pc:sldMk cId="304632475" sldId="477"/>
            <ac:spMk id="6" creationId="{B6B51DFA-5B85-D8B5-831D-A0EB775799B1}"/>
          </ac:spMkLst>
        </pc:spChg>
        <pc:spChg chg="add mod">
          <ac:chgData name="FAIZA KHAN" userId="49b73bd8-6afc-47db-8ee9-a3d9e4f65dc0" providerId="ADAL" clId="{4B9DAC7E-8B1C-4215-AE82-34466FE0114B}" dt="2026-09-16T05:11:43.902" v="1684" actId="1076"/>
          <ac:spMkLst>
            <pc:docMk/>
            <pc:sldMk cId="304632475" sldId="477"/>
            <ac:spMk id="8" creationId="{54A3976F-822C-DBC2-7F36-33A8DF3D68E1}"/>
          </ac:spMkLst>
        </pc:spChg>
        <pc:spChg chg="add mod">
          <ac:chgData name="FAIZA KHAN" userId="49b73bd8-6afc-47db-8ee9-a3d9e4f65dc0" providerId="ADAL" clId="{4B9DAC7E-8B1C-4215-AE82-34466FE0114B}" dt="2026-09-16T05:12:06.035" v="1686" actId="1076"/>
          <ac:spMkLst>
            <pc:docMk/>
            <pc:sldMk cId="304632475" sldId="477"/>
            <ac:spMk id="10" creationId="{C69E98A2-3EE1-3B5E-245D-D680815D4BF7}"/>
          </ac:spMkLst>
        </pc:spChg>
      </pc:sldChg>
      <pc:sldChg chg="add del">
        <pc:chgData name="FAIZA KHAN" userId="49b73bd8-6afc-47db-8ee9-a3d9e4f65dc0" providerId="ADAL" clId="{4B9DAC7E-8B1C-4215-AE82-34466FE0114B}" dt="2026-09-16T05:10:29.735" v="1675"/>
        <pc:sldMkLst>
          <pc:docMk/>
          <pc:sldMk cId="529338072" sldId="478"/>
        </pc:sldMkLst>
      </pc:sldChg>
      <pc:sldChg chg="addSp delSp modSp new mod">
        <pc:chgData name="FAIZA KHAN" userId="49b73bd8-6afc-47db-8ee9-a3d9e4f65dc0" providerId="ADAL" clId="{4B9DAC7E-8B1C-4215-AE82-34466FE0114B}" dt="2026-09-16T05:26:12.646" v="1824" actId="21"/>
        <pc:sldMkLst>
          <pc:docMk/>
          <pc:sldMk cId="1733545875" sldId="478"/>
        </pc:sldMkLst>
        <pc:spChg chg="mod">
          <ac:chgData name="FAIZA KHAN" userId="49b73bd8-6afc-47db-8ee9-a3d9e4f65dc0" providerId="ADAL" clId="{4B9DAC7E-8B1C-4215-AE82-34466FE0114B}" dt="2026-09-16T05:14:02.973" v="1710" actId="20577"/>
          <ac:spMkLst>
            <pc:docMk/>
            <pc:sldMk cId="1733545875" sldId="478"/>
            <ac:spMk id="2" creationId="{1ECFC712-3910-4420-A25B-910FD676B24D}"/>
          </ac:spMkLst>
        </pc:spChg>
        <pc:spChg chg="del">
          <ac:chgData name="FAIZA KHAN" userId="49b73bd8-6afc-47db-8ee9-a3d9e4f65dc0" providerId="ADAL" clId="{4B9DAC7E-8B1C-4215-AE82-34466FE0114B}" dt="2026-09-16T05:20:02.409" v="1790" actId="478"/>
          <ac:spMkLst>
            <pc:docMk/>
            <pc:sldMk cId="1733545875" sldId="478"/>
            <ac:spMk id="3" creationId="{8C47B0CA-CCC9-F1D8-B3F3-E022D848E96D}"/>
          </ac:spMkLst>
        </pc:spChg>
        <pc:spChg chg="add del">
          <ac:chgData name="FAIZA KHAN" userId="49b73bd8-6afc-47db-8ee9-a3d9e4f65dc0" providerId="ADAL" clId="{4B9DAC7E-8B1C-4215-AE82-34466FE0114B}" dt="2026-09-16T05:13:43.246" v="1689" actId="22"/>
          <ac:spMkLst>
            <pc:docMk/>
            <pc:sldMk cId="1733545875" sldId="478"/>
            <ac:spMk id="7" creationId="{F0512BEA-8850-84CF-AD47-D4F6EE4540BE}"/>
          </ac:spMkLst>
        </pc:spChg>
        <pc:spChg chg="add mod">
          <ac:chgData name="FAIZA KHAN" userId="49b73bd8-6afc-47db-8ee9-a3d9e4f65dc0" providerId="ADAL" clId="{4B9DAC7E-8B1C-4215-AE82-34466FE0114B}" dt="2026-09-16T05:26:12.646" v="1824" actId="21"/>
          <ac:spMkLst>
            <pc:docMk/>
            <pc:sldMk cId="1733545875" sldId="478"/>
            <ac:spMk id="9" creationId="{233A5536-883A-959D-426C-F2C540CA2E69}"/>
          </ac:spMkLst>
        </pc:spChg>
        <pc:spChg chg="add mod">
          <ac:chgData name="FAIZA KHAN" userId="49b73bd8-6afc-47db-8ee9-a3d9e4f65dc0" providerId="ADAL" clId="{4B9DAC7E-8B1C-4215-AE82-34466FE0114B}" dt="2026-09-16T05:22:22.835" v="1823" actId="208"/>
          <ac:spMkLst>
            <pc:docMk/>
            <pc:sldMk cId="1733545875" sldId="478"/>
            <ac:spMk id="11" creationId="{461BFEA3-43FE-D3BE-7E95-D6D0C91D9925}"/>
          </ac:spMkLst>
        </pc:spChg>
      </pc:sldChg>
      <pc:sldChg chg="add del">
        <pc:chgData name="FAIZA KHAN" userId="49b73bd8-6afc-47db-8ee9-a3d9e4f65dc0" providerId="ADAL" clId="{4B9DAC7E-8B1C-4215-AE82-34466FE0114B}" dt="2026-09-16T05:10:29.735" v="1675"/>
        <pc:sldMkLst>
          <pc:docMk/>
          <pc:sldMk cId="0" sldId="479"/>
        </pc:sldMkLst>
      </pc:sldChg>
      <pc:sldChg chg="modSp new mod">
        <pc:chgData name="FAIZA KHAN" userId="49b73bd8-6afc-47db-8ee9-a3d9e4f65dc0" providerId="ADAL" clId="{4B9DAC7E-8B1C-4215-AE82-34466FE0114B}" dt="2026-09-16T05:26:58.821" v="1884" actId="20577"/>
        <pc:sldMkLst>
          <pc:docMk/>
          <pc:sldMk cId="262098879" sldId="479"/>
        </pc:sldMkLst>
        <pc:spChg chg="mod">
          <ac:chgData name="FAIZA KHAN" userId="49b73bd8-6afc-47db-8ee9-a3d9e4f65dc0" providerId="ADAL" clId="{4B9DAC7E-8B1C-4215-AE82-34466FE0114B}" dt="2026-09-16T05:26:35.062" v="1869" actId="20577"/>
          <ac:spMkLst>
            <pc:docMk/>
            <pc:sldMk cId="262098879" sldId="479"/>
            <ac:spMk id="2" creationId="{DD1887E5-3C0A-1108-1F04-CF901C27A7DE}"/>
          </ac:spMkLst>
        </pc:spChg>
        <pc:spChg chg="mod">
          <ac:chgData name="FAIZA KHAN" userId="49b73bd8-6afc-47db-8ee9-a3d9e4f65dc0" providerId="ADAL" clId="{4B9DAC7E-8B1C-4215-AE82-34466FE0114B}" dt="2026-09-16T05:26:58.821" v="1884" actId="20577"/>
          <ac:spMkLst>
            <pc:docMk/>
            <pc:sldMk cId="262098879" sldId="479"/>
            <ac:spMk id="3" creationId="{F37C57C9-E20E-C729-C90E-6EEC501C1DC0}"/>
          </ac:spMkLst>
        </pc:spChg>
      </pc:sldChg>
      <pc:sldChg chg="add del">
        <pc:chgData name="FAIZA KHAN" userId="49b73bd8-6afc-47db-8ee9-a3d9e4f65dc0" providerId="ADAL" clId="{4B9DAC7E-8B1C-4215-AE82-34466FE0114B}" dt="2026-09-16T05:10:29.735" v="1675"/>
        <pc:sldMkLst>
          <pc:docMk/>
          <pc:sldMk cId="0" sldId="480"/>
        </pc:sldMkLst>
      </pc:sldChg>
      <pc:sldChg chg="add del">
        <pc:chgData name="FAIZA KHAN" userId="49b73bd8-6afc-47db-8ee9-a3d9e4f65dc0" providerId="ADAL" clId="{4B9DAC7E-8B1C-4215-AE82-34466FE0114B}" dt="2026-09-16T05:10:29.735" v="1675"/>
        <pc:sldMkLst>
          <pc:docMk/>
          <pc:sldMk cId="0" sldId="481"/>
        </pc:sldMkLst>
      </pc:sldChg>
      <pc:sldChg chg="add del">
        <pc:chgData name="FAIZA KHAN" userId="49b73bd8-6afc-47db-8ee9-a3d9e4f65dc0" providerId="ADAL" clId="{4B9DAC7E-8B1C-4215-AE82-34466FE0114B}" dt="2026-09-16T05:10:29.735" v="1675"/>
        <pc:sldMkLst>
          <pc:docMk/>
          <pc:sldMk cId="0" sldId="482"/>
        </pc:sldMkLst>
      </pc:sldChg>
      <pc:sldChg chg="add del">
        <pc:chgData name="FAIZA KHAN" userId="49b73bd8-6afc-47db-8ee9-a3d9e4f65dc0" providerId="ADAL" clId="{4B9DAC7E-8B1C-4215-AE82-34466FE0114B}" dt="2026-09-16T05:10:29.735" v="1675"/>
        <pc:sldMkLst>
          <pc:docMk/>
          <pc:sldMk cId="0" sldId="483"/>
        </pc:sldMkLst>
      </pc:sldChg>
      <pc:sldChg chg="add del">
        <pc:chgData name="FAIZA KHAN" userId="49b73bd8-6afc-47db-8ee9-a3d9e4f65dc0" providerId="ADAL" clId="{4B9DAC7E-8B1C-4215-AE82-34466FE0114B}" dt="2026-09-16T05:10:29.735" v="1675"/>
        <pc:sldMkLst>
          <pc:docMk/>
          <pc:sldMk cId="0" sldId="484"/>
        </pc:sldMkLst>
      </pc:sldChg>
      <pc:sldChg chg="add del">
        <pc:chgData name="FAIZA KHAN" userId="49b73bd8-6afc-47db-8ee9-a3d9e4f65dc0" providerId="ADAL" clId="{4B9DAC7E-8B1C-4215-AE82-34466FE0114B}" dt="2026-09-16T05:10:29.735" v="1675"/>
        <pc:sldMkLst>
          <pc:docMk/>
          <pc:sldMk cId="0" sldId="485"/>
        </pc:sldMkLst>
      </pc:sldChg>
      <pc:sldChg chg="add del">
        <pc:chgData name="FAIZA KHAN" userId="49b73bd8-6afc-47db-8ee9-a3d9e4f65dc0" providerId="ADAL" clId="{4B9DAC7E-8B1C-4215-AE82-34466FE0114B}" dt="2026-09-16T05:10:29.735" v="1675"/>
        <pc:sldMkLst>
          <pc:docMk/>
          <pc:sldMk cId="0" sldId="486"/>
        </pc:sldMkLst>
      </pc:sldChg>
      <pc:sldChg chg="add del">
        <pc:chgData name="FAIZA KHAN" userId="49b73bd8-6afc-47db-8ee9-a3d9e4f65dc0" providerId="ADAL" clId="{4B9DAC7E-8B1C-4215-AE82-34466FE0114B}" dt="2026-09-16T05:10:29.735" v="1675"/>
        <pc:sldMkLst>
          <pc:docMk/>
          <pc:sldMk cId="0" sldId="48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9BA0E8DB-86F8-8659-F4A1-3A7DA7E16DA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E24CE05E-F98C-F5E6-B6FA-B4D18A3D19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62498F-F798-45B2-8EE1-48A3E2D4F75E}" type="datetimeFigureOut">
              <a:rPr lang="en-US" smtClean="0"/>
              <a:t>9/22/2026</a:t>
            </a:fld>
            <a:endParaRPr lang="en-US"/>
          </a:p>
        </p:txBody>
      </p:sp>
      <p:sp>
        <p:nvSpPr>
          <p:cNvPr id="4" name="Footer Placeholder 3">
            <a:extLst>
              <a:ext uri="{FF2B5EF4-FFF2-40B4-BE49-F238E27FC236}">
                <a16:creationId xmlns="" xmlns:a16="http://schemas.microsoft.com/office/drawing/2014/main" id="{A63549FB-B40D-D3B5-7B82-B688B4D5AC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Faiza Khan</a:t>
            </a:r>
          </a:p>
        </p:txBody>
      </p:sp>
      <p:sp>
        <p:nvSpPr>
          <p:cNvPr id="5" name="Slide Number Placeholder 4">
            <a:extLst>
              <a:ext uri="{FF2B5EF4-FFF2-40B4-BE49-F238E27FC236}">
                <a16:creationId xmlns="" xmlns:a16="http://schemas.microsoft.com/office/drawing/2014/main" id="{79A4A0B4-0F13-40D9-60B5-B8E75707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9695FF-6BEF-414E-867B-C879372B149A}" type="slidenum">
              <a:rPr lang="en-US" smtClean="0"/>
              <a:t>‹#›</a:t>
            </a:fld>
            <a:endParaRPr lang="en-US"/>
          </a:p>
        </p:txBody>
      </p:sp>
    </p:spTree>
    <p:extLst>
      <p:ext uri="{BB962C8B-B14F-4D97-AF65-F5344CB8AC3E}">
        <p14:creationId xmlns:p14="http://schemas.microsoft.com/office/powerpoint/2010/main" val="406261197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FD1D7-C46B-4E6A-91A5-5A98D1C56273}"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Faiza Khan</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028D4-2865-4ECD-A9C3-78F7F80ED42C}" type="slidenum">
              <a:rPr lang="en-US" smtClean="0"/>
              <a:t>‹#›</a:t>
            </a:fld>
            <a:endParaRPr lang="en-US"/>
          </a:p>
        </p:txBody>
      </p:sp>
    </p:spTree>
    <p:extLst>
      <p:ext uri="{BB962C8B-B14F-4D97-AF65-F5344CB8AC3E}">
        <p14:creationId xmlns:p14="http://schemas.microsoft.com/office/powerpoint/2010/main" val="21877574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Faiza Khan</a:t>
            </a:r>
          </a:p>
        </p:txBody>
      </p:sp>
      <p:sp>
        <p:nvSpPr>
          <p:cNvPr id="409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9B4F06-26DE-4995-A938-42E777BC5BD1}" type="slidenum">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410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Tree>
    <p:extLst>
      <p:ext uri="{BB962C8B-B14F-4D97-AF65-F5344CB8AC3E}">
        <p14:creationId xmlns:p14="http://schemas.microsoft.com/office/powerpoint/2010/main" val="3370337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a:noFill/>
        </p:spPr>
        <p:txBody>
          <a:bodyPr/>
          <a:lstStyle/>
          <a:p>
            <a:r>
              <a:rPr lang="en-US" dirty="0"/>
              <a:t>*</a:t>
            </a:r>
          </a:p>
        </p:txBody>
      </p:sp>
      <p:sp>
        <p:nvSpPr>
          <p:cNvPr id="112643" name="Rectangle 3"/>
          <p:cNvSpPr>
            <a:spLocks noGrp="1" noChangeArrowheads="1"/>
          </p:cNvSpPr>
          <p:nvPr>
            <p:ph type="dt" sz="quarter" idx="1"/>
          </p:nvPr>
        </p:nvSpPr>
        <p:spPr>
          <a:noFill/>
        </p:spPr>
        <p:txBody>
          <a:bodyPr/>
          <a:lstStyle/>
          <a:p>
            <a:r>
              <a:rPr lang="en-US" dirty="0"/>
              <a:t>07/16/96</a:t>
            </a:r>
          </a:p>
        </p:txBody>
      </p:sp>
      <p:sp>
        <p:nvSpPr>
          <p:cNvPr id="11264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12645" name="Rectangle 7"/>
          <p:cNvSpPr>
            <a:spLocks noGrp="1" noChangeArrowheads="1"/>
          </p:cNvSpPr>
          <p:nvPr>
            <p:ph type="sldNum" sz="quarter" idx="5"/>
          </p:nvPr>
        </p:nvSpPr>
        <p:spPr>
          <a:noFill/>
        </p:spPr>
        <p:txBody>
          <a:bodyPr/>
          <a:lstStyle/>
          <a:p>
            <a:fld id="{7563CF38-3629-4207-957A-9B391F7372AA}" type="slidenum">
              <a:rPr lang="en-US" smtClean="0"/>
              <a:pPr/>
              <a:t>25</a:t>
            </a:fld>
            <a:r>
              <a:rPr lang="en-US" dirty="0"/>
              <a:t>##</a:t>
            </a:r>
          </a:p>
        </p:txBody>
      </p:sp>
      <p:sp>
        <p:nvSpPr>
          <p:cNvPr id="112646" name="Rectangle 2"/>
          <p:cNvSpPr>
            <a:spLocks noGrp="1" noRot="1" noChangeAspect="1" noChangeArrowheads="1" noTextEdit="1"/>
          </p:cNvSpPr>
          <p:nvPr>
            <p:ph type="sldImg"/>
          </p:nvPr>
        </p:nvSpPr>
        <p:spPr>
          <a:ln/>
        </p:spPr>
      </p:sp>
      <p:sp>
        <p:nvSpPr>
          <p:cNvPr id="112647" name="Rectangle 3"/>
          <p:cNvSpPr>
            <a:spLocks noGrp="1" noChangeArrowheads="1"/>
          </p:cNvSpPr>
          <p:nvPr>
            <p:ph type="body" idx="1"/>
          </p:nvPr>
        </p:nvSpPr>
        <p:spPr>
          <a:xfrm>
            <a:off x="687874" y="4415321"/>
            <a:ext cx="5506066" cy="4183164"/>
          </a:xfrm>
          <a:noFill/>
          <a:ln/>
        </p:spPr>
        <p:txBody>
          <a:bodyPr/>
          <a:lstStyle/>
          <a:p>
            <a:pPr eaLnBrk="1" hangingPunct="1"/>
            <a:endParaRPr lang="bg-BG"/>
          </a:p>
        </p:txBody>
      </p:sp>
    </p:spTree>
    <p:extLst>
      <p:ext uri="{BB962C8B-B14F-4D97-AF65-F5344CB8AC3E}">
        <p14:creationId xmlns:p14="http://schemas.microsoft.com/office/powerpoint/2010/main" val="1152974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Mutlipurpose</a:t>
            </a:r>
            <a:r>
              <a:rPr lang="en-US" baseline="0" dirty="0" smtClean="0"/>
              <a:t> Internet Mail extension</a:t>
            </a:r>
            <a:endParaRPr lang="en-US" dirty="0"/>
          </a:p>
        </p:txBody>
      </p:sp>
      <p:sp>
        <p:nvSpPr>
          <p:cNvPr id="4" name="Footer Placeholder 3"/>
          <p:cNvSpPr>
            <a:spLocks noGrp="1"/>
          </p:cNvSpPr>
          <p:nvPr>
            <p:ph type="ftr" sz="quarter" idx="10"/>
          </p:nvPr>
        </p:nvSpPr>
        <p:spPr/>
        <p:txBody>
          <a:bodyPr/>
          <a:lstStyle/>
          <a:p>
            <a:r>
              <a:rPr lang="en-US" smtClean="0"/>
              <a:t>Faiza Khan</a:t>
            </a:r>
            <a:endParaRPr lang="en-US"/>
          </a:p>
        </p:txBody>
      </p:sp>
      <p:sp>
        <p:nvSpPr>
          <p:cNvPr id="5" name="Slide Number Placeholder 4"/>
          <p:cNvSpPr>
            <a:spLocks noGrp="1"/>
          </p:cNvSpPr>
          <p:nvPr>
            <p:ph type="sldNum" sz="quarter" idx="11"/>
          </p:nvPr>
        </p:nvSpPr>
        <p:spPr/>
        <p:txBody>
          <a:bodyPr/>
          <a:lstStyle/>
          <a:p>
            <a:fld id="{C57028D4-2865-4ECD-A9C3-78F7F80ED42C}" type="slidenum">
              <a:rPr lang="en-US" smtClean="0"/>
              <a:t>29</a:t>
            </a:fld>
            <a:endParaRPr lang="en-US"/>
          </a:p>
        </p:txBody>
      </p:sp>
    </p:spTree>
    <p:extLst>
      <p:ext uri="{BB962C8B-B14F-4D97-AF65-F5344CB8AC3E}">
        <p14:creationId xmlns:p14="http://schemas.microsoft.com/office/powerpoint/2010/main" val="189445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p:spPr>
        <p:txBody>
          <a:bodyPr/>
          <a:lstStyle/>
          <a:p>
            <a:r>
              <a:rPr lang="en-US" dirty="0"/>
              <a:t>*</a:t>
            </a:r>
          </a:p>
        </p:txBody>
      </p:sp>
      <p:sp>
        <p:nvSpPr>
          <p:cNvPr id="124931" name="Rectangle 3"/>
          <p:cNvSpPr>
            <a:spLocks noGrp="1" noChangeArrowheads="1"/>
          </p:cNvSpPr>
          <p:nvPr>
            <p:ph type="dt" sz="quarter" idx="1"/>
          </p:nvPr>
        </p:nvSpPr>
        <p:spPr>
          <a:noFill/>
        </p:spPr>
        <p:txBody>
          <a:bodyPr/>
          <a:lstStyle/>
          <a:p>
            <a:r>
              <a:rPr lang="en-US" dirty="0"/>
              <a:t>07/16/96</a:t>
            </a:r>
          </a:p>
        </p:txBody>
      </p:sp>
      <p:sp>
        <p:nvSpPr>
          <p:cNvPr id="12493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4933" name="Rectangle 7"/>
          <p:cNvSpPr>
            <a:spLocks noGrp="1" noChangeArrowheads="1"/>
          </p:cNvSpPr>
          <p:nvPr>
            <p:ph type="sldNum" sz="quarter" idx="5"/>
          </p:nvPr>
        </p:nvSpPr>
        <p:spPr>
          <a:noFill/>
        </p:spPr>
        <p:txBody>
          <a:bodyPr/>
          <a:lstStyle/>
          <a:p>
            <a:fld id="{93D6C2C7-E0D4-4827-A427-1B6276AB8C32}" type="slidenum">
              <a:rPr lang="en-US" smtClean="0"/>
              <a:pPr/>
              <a:t>32</a:t>
            </a:fld>
            <a:r>
              <a:rPr lang="en-US" dirty="0"/>
              <a:t>##</a:t>
            </a:r>
          </a:p>
        </p:txBody>
      </p:sp>
      <p:sp>
        <p:nvSpPr>
          <p:cNvPr id="124934" name="Rectangle 2"/>
          <p:cNvSpPr>
            <a:spLocks noGrp="1" noRot="1" noChangeAspect="1" noChangeArrowheads="1" noTextEdit="1"/>
          </p:cNvSpPr>
          <p:nvPr>
            <p:ph type="sldImg"/>
          </p:nvPr>
        </p:nvSpPr>
        <p:spPr>
          <a:ln/>
        </p:spPr>
      </p:sp>
      <p:sp>
        <p:nvSpPr>
          <p:cNvPr id="124935" name="Rectangle 3"/>
          <p:cNvSpPr>
            <a:spLocks noGrp="1" noChangeArrowheads="1"/>
          </p:cNvSpPr>
          <p:nvPr>
            <p:ph type="body" idx="1"/>
          </p:nvPr>
        </p:nvSpPr>
        <p:spPr>
          <a:xfrm>
            <a:off x="687874" y="4415321"/>
            <a:ext cx="5506066" cy="4183164"/>
          </a:xfrm>
          <a:noFill/>
          <a:ln/>
        </p:spPr>
        <p:txBody>
          <a:bodyPr/>
          <a:lstStyle/>
          <a:p>
            <a:pPr eaLnBrk="1" hangingPunct="1"/>
            <a:endParaRPr lang="bg-BG"/>
          </a:p>
        </p:txBody>
      </p:sp>
    </p:spTree>
    <p:extLst>
      <p:ext uri="{BB962C8B-B14F-4D97-AF65-F5344CB8AC3E}">
        <p14:creationId xmlns:p14="http://schemas.microsoft.com/office/powerpoint/2010/main" val="2325761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p:spPr>
        <p:txBody>
          <a:bodyPr/>
          <a:lstStyle/>
          <a:p>
            <a:r>
              <a:rPr lang="en-US" dirty="0"/>
              <a:t>*</a:t>
            </a:r>
          </a:p>
        </p:txBody>
      </p:sp>
      <p:sp>
        <p:nvSpPr>
          <p:cNvPr id="125955" name="Rectangle 3"/>
          <p:cNvSpPr>
            <a:spLocks noGrp="1" noChangeArrowheads="1"/>
          </p:cNvSpPr>
          <p:nvPr>
            <p:ph type="dt" sz="quarter" idx="1"/>
          </p:nvPr>
        </p:nvSpPr>
        <p:spPr>
          <a:noFill/>
        </p:spPr>
        <p:txBody>
          <a:bodyPr/>
          <a:lstStyle/>
          <a:p>
            <a:r>
              <a:rPr lang="en-US" dirty="0"/>
              <a:t>07/16/96</a:t>
            </a:r>
          </a:p>
        </p:txBody>
      </p:sp>
      <p:sp>
        <p:nvSpPr>
          <p:cNvPr id="12595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5957" name="Rectangle 7"/>
          <p:cNvSpPr>
            <a:spLocks noGrp="1" noChangeArrowheads="1"/>
          </p:cNvSpPr>
          <p:nvPr>
            <p:ph type="sldNum" sz="quarter" idx="5"/>
          </p:nvPr>
        </p:nvSpPr>
        <p:spPr>
          <a:noFill/>
        </p:spPr>
        <p:txBody>
          <a:bodyPr/>
          <a:lstStyle/>
          <a:p>
            <a:fld id="{F7BF9CC9-1B2A-4399-8316-DA6D7236D2E0}" type="slidenum">
              <a:rPr lang="en-US" smtClean="0"/>
              <a:pPr/>
              <a:t>33</a:t>
            </a:fld>
            <a:r>
              <a:rPr lang="en-US" dirty="0"/>
              <a:t>##</a:t>
            </a:r>
          </a:p>
        </p:txBody>
      </p:sp>
      <p:sp>
        <p:nvSpPr>
          <p:cNvPr id="125958" name="Rectangle 2"/>
          <p:cNvSpPr>
            <a:spLocks noGrp="1" noRot="1" noChangeAspect="1" noChangeArrowheads="1" noTextEdit="1"/>
          </p:cNvSpPr>
          <p:nvPr>
            <p:ph type="sldImg"/>
          </p:nvPr>
        </p:nvSpPr>
        <p:spPr>
          <a:ln/>
        </p:spPr>
      </p:sp>
      <p:sp>
        <p:nvSpPr>
          <p:cNvPr id="125959" name="Rectangle 3"/>
          <p:cNvSpPr>
            <a:spLocks noGrp="1" noChangeArrowheads="1"/>
          </p:cNvSpPr>
          <p:nvPr>
            <p:ph type="body" idx="1"/>
          </p:nvPr>
        </p:nvSpPr>
        <p:spPr>
          <a:xfrm>
            <a:off x="687874" y="4415321"/>
            <a:ext cx="5506066" cy="4183164"/>
          </a:xfrm>
          <a:noFill/>
          <a:ln/>
        </p:spPr>
        <p:txBody>
          <a:bodyPr/>
          <a:lstStyle/>
          <a:p>
            <a:pPr eaLnBrk="1" hangingPunct="1"/>
            <a:endParaRPr lang="bg-BG"/>
          </a:p>
        </p:txBody>
      </p:sp>
    </p:spTree>
    <p:extLst>
      <p:ext uri="{BB962C8B-B14F-4D97-AF65-F5344CB8AC3E}">
        <p14:creationId xmlns:p14="http://schemas.microsoft.com/office/powerpoint/2010/main" val="1927546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dirty="0"/>
              <a:t>*</a:t>
            </a:r>
          </a:p>
        </p:txBody>
      </p:sp>
      <p:sp>
        <p:nvSpPr>
          <p:cNvPr id="43011" name="Rectangle 3"/>
          <p:cNvSpPr>
            <a:spLocks noGrp="1" noChangeArrowheads="1"/>
          </p:cNvSpPr>
          <p:nvPr>
            <p:ph type="dt" sz="quarter" idx="1"/>
          </p:nvPr>
        </p:nvSpPr>
        <p:spPr>
          <a:noFill/>
        </p:spPr>
        <p:txBody>
          <a:bodyPr/>
          <a:lstStyle/>
          <a:p>
            <a:r>
              <a:rPr lang="en-US" dirty="0"/>
              <a:t>07/16/96</a:t>
            </a:r>
          </a:p>
        </p:txBody>
      </p:sp>
      <p:sp>
        <p:nvSpPr>
          <p:cNvPr id="4301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43013" name="Rectangle 7"/>
          <p:cNvSpPr>
            <a:spLocks noGrp="1" noChangeArrowheads="1"/>
          </p:cNvSpPr>
          <p:nvPr>
            <p:ph type="sldNum" sz="quarter" idx="5"/>
          </p:nvPr>
        </p:nvSpPr>
        <p:spPr>
          <a:noFill/>
        </p:spPr>
        <p:txBody>
          <a:bodyPr/>
          <a:lstStyle/>
          <a:p>
            <a:fld id="{078CD759-8BFF-4CE8-82EB-B422526AD63F}" type="slidenum">
              <a:rPr lang="en-US"/>
              <a:pPr/>
              <a:t>36</a:t>
            </a:fld>
            <a:r>
              <a:rPr lang="en-US" dirty="0"/>
              <a:t>##</a:t>
            </a:r>
          </a:p>
        </p:txBody>
      </p:sp>
      <p:sp>
        <p:nvSpPr>
          <p:cNvPr id="43014" name="Rectangle 2"/>
          <p:cNvSpPr>
            <a:spLocks noGrp="1" noRot="1" noChangeAspect="1" noChangeArrowheads="1" noTextEdit="1"/>
          </p:cNvSpPr>
          <p:nvPr>
            <p:ph type="sldImg"/>
          </p:nvPr>
        </p:nvSpPr>
        <p:spPr>
          <a:ln/>
        </p:spPr>
      </p:sp>
      <p:sp>
        <p:nvSpPr>
          <p:cNvPr id="43015"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635338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Padding is always space inside the cell while the </a:t>
            </a:r>
            <a:r>
              <a:rPr lang="en-US" sz="1200" b="0" i="0" kern="1200" dirty="0" err="1">
                <a:solidFill>
                  <a:schemeClr val="tx1"/>
                </a:solidFill>
                <a:effectLst/>
                <a:latin typeface="+mn-lt"/>
                <a:ea typeface="+mn-ea"/>
                <a:cs typeface="+mn-cs"/>
              </a:rPr>
              <a:t>cellspacing</a:t>
            </a:r>
            <a:r>
              <a:rPr lang="en-US" sz="1200" b="0" i="0" kern="1200" dirty="0">
                <a:solidFill>
                  <a:schemeClr val="tx1"/>
                </a:solidFill>
                <a:effectLst/>
                <a:latin typeface="+mn-lt"/>
                <a:ea typeface="+mn-ea"/>
                <a:cs typeface="+mn-cs"/>
              </a:rPr>
              <a:t> is the space between two cells. </a:t>
            </a:r>
            <a:endParaRPr lang="en-US" dirty="0"/>
          </a:p>
        </p:txBody>
      </p:sp>
      <p:sp>
        <p:nvSpPr>
          <p:cNvPr id="4" name="Slide Number Placeholder 3"/>
          <p:cNvSpPr>
            <a:spLocks noGrp="1"/>
          </p:cNvSpPr>
          <p:nvPr>
            <p:ph type="sldNum" sz="quarter" idx="10"/>
          </p:nvPr>
        </p:nvSpPr>
        <p:spPr/>
        <p:txBody>
          <a:bodyPr/>
          <a:lstStyle/>
          <a:p>
            <a:fld id="{D757CA78-44E3-458A-BA86-814CEFF60D18}" type="slidenum">
              <a:rPr lang="en-US" smtClean="0"/>
              <a:t>37</a:t>
            </a:fld>
            <a:endParaRPr lang="en-US"/>
          </a:p>
        </p:txBody>
      </p:sp>
    </p:spTree>
    <p:extLst>
      <p:ext uri="{BB962C8B-B14F-4D97-AF65-F5344CB8AC3E}">
        <p14:creationId xmlns:p14="http://schemas.microsoft.com/office/powerpoint/2010/main" val="1651972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p:spPr>
        <p:txBody>
          <a:bodyPr/>
          <a:lstStyle/>
          <a:p>
            <a:r>
              <a:rPr lang="en-US" dirty="0"/>
              <a:t>*</a:t>
            </a:r>
          </a:p>
        </p:txBody>
      </p:sp>
      <p:sp>
        <p:nvSpPr>
          <p:cNvPr id="44035" name="Rectangle 3"/>
          <p:cNvSpPr>
            <a:spLocks noGrp="1" noChangeArrowheads="1"/>
          </p:cNvSpPr>
          <p:nvPr>
            <p:ph type="dt" sz="quarter" idx="1"/>
          </p:nvPr>
        </p:nvSpPr>
        <p:spPr>
          <a:noFill/>
        </p:spPr>
        <p:txBody>
          <a:bodyPr/>
          <a:lstStyle/>
          <a:p>
            <a:r>
              <a:rPr lang="en-US" dirty="0"/>
              <a:t>07/16/96</a:t>
            </a:r>
          </a:p>
        </p:txBody>
      </p:sp>
      <p:sp>
        <p:nvSpPr>
          <p:cNvPr id="4403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44037" name="Rectangle 7"/>
          <p:cNvSpPr>
            <a:spLocks noGrp="1" noChangeArrowheads="1"/>
          </p:cNvSpPr>
          <p:nvPr>
            <p:ph type="sldNum" sz="quarter" idx="5"/>
          </p:nvPr>
        </p:nvSpPr>
        <p:spPr>
          <a:noFill/>
        </p:spPr>
        <p:txBody>
          <a:bodyPr/>
          <a:lstStyle/>
          <a:p>
            <a:fld id="{041F32F8-F17B-44B1-A65D-FA6994EFB553}" type="slidenum">
              <a:rPr lang="en-US"/>
              <a:pPr/>
              <a:t>38</a:t>
            </a:fld>
            <a:r>
              <a:rPr lang="en-US" dirty="0"/>
              <a:t>##</a:t>
            </a:r>
          </a:p>
        </p:txBody>
      </p:sp>
      <p:sp>
        <p:nvSpPr>
          <p:cNvPr id="44038" name="Rectangle 2"/>
          <p:cNvSpPr>
            <a:spLocks noGrp="1" noRot="1" noChangeAspect="1" noChangeArrowheads="1" noTextEdit="1"/>
          </p:cNvSpPr>
          <p:nvPr>
            <p:ph type="sldImg"/>
          </p:nvPr>
        </p:nvSpPr>
        <p:spPr>
          <a:ln/>
        </p:spPr>
      </p:sp>
      <p:sp>
        <p:nvSpPr>
          <p:cNvPr id="44039" name="Rectangle 3"/>
          <p:cNvSpPr>
            <a:spLocks noGrp="1" noChangeArrowheads="1"/>
          </p:cNvSpPr>
          <p:nvPr>
            <p:ph type="body" idx="1"/>
          </p:nvPr>
        </p:nvSpPr>
        <p:spPr>
          <a:noFill/>
          <a:ln/>
        </p:spPr>
        <p:txBody>
          <a:bodyPr/>
          <a:lstStyle/>
          <a:p>
            <a:pPr eaLnBrk="1" hangingPunct="1"/>
            <a:endParaRPr lang="bg-BG"/>
          </a:p>
        </p:txBody>
      </p:sp>
    </p:spTree>
    <p:extLst>
      <p:ext uri="{BB962C8B-B14F-4D97-AF65-F5344CB8AC3E}">
        <p14:creationId xmlns:p14="http://schemas.microsoft.com/office/powerpoint/2010/main" val="1812335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p:spPr>
        <p:txBody>
          <a:bodyPr/>
          <a:lstStyle/>
          <a:p>
            <a:r>
              <a:rPr lang="en-US" dirty="0"/>
              <a:t>*</a:t>
            </a:r>
          </a:p>
        </p:txBody>
      </p:sp>
      <p:sp>
        <p:nvSpPr>
          <p:cNvPr id="45059" name="Rectangle 3"/>
          <p:cNvSpPr>
            <a:spLocks noGrp="1" noChangeArrowheads="1"/>
          </p:cNvSpPr>
          <p:nvPr>
            <p:ph type="dt" sz="quarter" idx="1"/>
          </p:nvPr>
        </p:nvSpPr>
        <p:spPr>
          <a:noFill/>
        </p:spPr>
        <p:txBody>
          <a:bodyPr/>
          <a:lstStyle/>
          <a:p>
            <a:r>
              <a:rPr lang="en-US" dirty="0"/>
              <a:t>07/16/96</a:t>
            </a:r>
          </a:p>
        </p:txBody>
      </p:sp>
      <p:sp>
        <p:nvSpPr>
          <p:cNvPr id="4506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45061" name="Rectangle 7"/>
          <p:cNvSpPr>
            <a:spLocks noGrp="1" noChangeArrowheads="1"/>
          </p:cNvSpPr>
          <p:nvPr>
            <p:ph type="sldNum" sz="quarter" idx="5"/>
          </p:nvPr>
        </p:nvSpPr>
        <p:spPr>
          <a:noFill/>
        </p:spPr>
        <p:txBody>
          <a:bodyPr/>
          <a:lstStyle/>
          <a:p>
            <a:fld id="{F0EF5745-57C8-4926-A81B-E82DF6401403}" type="slidenum">
              <a:rPr lang="en-US"/>
              <a:pPr/>
              <a:t>44</a:t>
            </a:fld>
            <a:r>
              <a:rPr lang="en-US" dirty="0"/>
              <a:t>##</a:t>
            </a:r>
          </a:p>
        </p:txBody>
      </p:sp>
      <p:sp>
        <p:nvSpPr>
          <p:cNvPr id="45062" name="Rectangle 2"/>
          <p:cNvSpPr>
            <a:spLocks noGrp="1" noRot="1" noChangeAspect="1" noChangeArrowheads="1" noTextEdit="1"/>
          </p:cNvSpPr>
          <p:nvPr>
            <p:ph type="sldImg"/>
          </p:nvPr>
        </p:nvSpPr>
        <p:spPr>
          <a:ln/>
        </p:spPr>
      </p:sp>
      <p:sp>
        <p:nvSpPr>
          <p:cNvPr id="45063"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3553724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dirty="0"/>
              <a:t>*</a:t>
            </a:r>
          </a:p>
        </p:txBody>
      </p:sp>
      <p:sp>
        <p:nvSpPr>
          <p:cNvPr id="49155" name="Rectangle 3"/>
          <p:cNvSpPr>
            <a:spLocks noGrp="1" noChangeArrowheads="1"/>
          </p:cNvSpPr>
          <p:nvPr>
            <p:ph type="dt" sz="quarter" idx="1"/>
          </p:nvPr>
        </p:nvSpPr>
        <p:spPr>
          <a:noFill/>
        </p:spPr>
        <p:txBody>
          <a:bodyPr/>
          <a:lstStyle/>
          <a:p>
            <a:r>
              <a:rPr lang="en-US" dirty="0"/>
              <a:t>07/16/96</a:t>
            </a:r>
          </a:p>
        </p:txBody>
      </p:sp>
      <p:sp>
        <p:nvSpPr>
          <p:cNvPr id="4915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49157" name="Rectangle 7"/>
          <p:cNvSpPr>
            <a:spLocks noGrp="1" noChangeArrowheads="1"/>
          </p:cNvSpPr>
          <p:nvPr>
            <p:ph type="sldNum" sz="quarter" idx="5"/>
          </p:nvPr>
        </p:nvSpPr>
        <p:spPr>
          <a:noFill/>
        </p:spPr>
        <p:txBody>
          <a:bodyPr/>
          <a:lstStyle/>
          <a:p>
            <a:fld id="{8B2D5A9B-F557-4FF9-BD30-8B360CB0CAC4}" type="slidenum">
              <a:rPr lang="en-US"/>
              <a:pPr/>
              <a:t>45</a:t>
            </a:fld>
            <a:r>
              <a:rPr lang="en-US" dirty="0"/>
              <a:t>##</a:t>
            </a:r>
          </a:p>
        </p:txBody>
      </p:sp>
      <p:sp>
        <p:nvSpPr>
          <p:cNvPr id="49158" name="Rectangle 2"/>
          <p:cNvSpPr>
            <a:spLocks noGrp="1" noRot="1" noChangeAspect="1" noChangeArrowheads="1" noTextEdit="1"/>
          </p:cNvSpPr>
          <p:nvPr>
            <p:ph type="sldImg"/>
          </p:nvPr>
        </p:nvSpPr>
        <p:spPr>
          <a:ln/>
        </p:spPr>
      </p:sp>
      <p:sp>
        <p:nvSpPr>
          <p:cNvPr id="49159"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2117572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dirty="0"/>
              <a:t>*</a:t>
            </a:r>
          </a:p>
        </p:txBody>
      </p:sp>
      <p:sp>
        <p:nvSpPr>
          <p:cNvPr id="53251" name="Rectangle 3"/>
          <p:cNvSpPr>
            <a:spLocks noGrp="1" noChangeArrowheads="1"/>
          </p:cNvSpPr>
          <p:nvPr>
            <p:ph type="dt" sz="quarter" idx="1"/>
          </p:nvPr>
        </p:nvSpPr>
        <p:spPr>
          <a:noFill/>
        </p:spPr>
        <p:txBody>
          <a:bodyPr/>
          <a:lstStyle/>
          <a:p>
            <a:r>
              <a:rPr lang="en-US" dirty="0"/>
              <a:t>07/16/96</a:t>
            </a:r>
          </a:p>
        </p:txBody>
      </p:sp>
      <p:sp>
        <p:nvSpPr>
          <p:cNvPr id="5325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3253" name="Rectangle 7"/>
          <p:cNvSpPr>
            <a:spLocks noGrp="1" noChangeArrowheads="1"/>
          </p:cNvSpPr>
          <p:nvPr>
            <p:ph type="sldNum" sz="quarter" idx="5"/>
          </p:nvPr>
        </p:nvSpPr>
        <p:spPr>
          <a:noFill/>
        </p:spPr>
        <p:txBody>
          <a:bodyPr/>
          <a:lstStyle/>
          <a:p>
            <a:fld id="{8E85BD0E-6358-40AA-AC41-D1EEAA86C51E}" type="slidenum">
              <a:rPr lang="en-US"/>
              <a:pPr/>
              <a:t>47</a:t>
            </a:fld>
            <a:r>
              <a:rPr lang="en-US" dirty="0"/>
              <a:t>##</a:t>
            </a:r>
          </a:p>
        </p:txBody>
      </p:sp>
      <p:sp>
        <p:nvSpPr>
          <p:cNvPr id="53254" name="Rectangle 2"/>
          <p:cNvSpPr>
            <a:spLocks noGrp="1" noRot="1" noChangeAspect="1" noChangeArrowheads="1" noTextEdit="1"/>
          </p:cNvSpPr>
          <p:nvPr>
            <p:ph type="sldImg"/>
          </p:nvPr>
        </p:nvSpPr>
        <p:spPr>
          <a:ln/>
        </p:spPr>
      </p:sp>
      <p:sp>
        <p:nvSpPr>
          <p:cNvPr id="53255"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1094838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dirty="0"/>
              <a:t>*</a:t>
            </a:r>
          </a:p>
        </p:txBody>
      </p:sp>
      <p:sp>
        <p:nvSpPr>
          <p:cNvPr id="54275" name="Rectangle 3"/>
          <p:cNvSpPr>
            <a:spLocks noGrp="1" noChangeArrowheads="1"/>
          </p:cNvSpPr>
          <p:nvPr>
            <p:ph type="dt" sz="quarter" idx="1"/>
          </p:nvPr>
        </p:nvSpPr>
        <p:spPr>
          <a:noFill/>
        </p:spPr>
        <p:txBody>
          <a:bodyPr/>
          <a:lstStyle/>
          <a:p>
            <a:r>
              <a:rPr lang="en-US" dirty="0"/>
              <a:t>07/16/96</a:t>
            </a:r>
          </a:p>
        </p:txBody>
      </p:sp>
      <p:sp>
        <p:nvSpPr>
          <p:cNvPr id="5427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4277" name="Rectangle 7"/>
          <p:cNvSpPr>
            <a:spLocks noGrp="1" noChangeArrowheads="1"/>
          </p:cNvSpPr>
          <p:nvPr>
            <p:ph type="sldNum" sz="quarter" idx="5"/>
          </p:nvPr>
        </p:nvSpPr>
        <p:spPr>
          <a:noFill/>
        </p:spPr>
        <p:txBody>
          <a:bodyPr/>
          <a:lstStyle/>
          <a:p>
            <a:fld id="{4C22E00D-BDC5-46FE-BE72-6C376B294A0A}" type="slidenum">
              <a:rPr lang="en-US"/>
              <a:pPr/>
              <a:t>48</a:t>
            </a:fld>
            <a:r>
              <a:rPr lang="en-US" dirty="0"/>
              <a:t>##</a:t>
            </a:r>
          </a:p>
        </p:txBody>
      </p:sp>
      <p:sp>
        <p:nvSpPr>
          <p:cNvPr id="54278" name="Rectangle 2"/>
          <p:cNvSpPr>
            <a:spLocks noGrp="1" noRot="1" noChangeAspect="1" noChangeArrowheads="1" noTextEdit="1"/>
          </p:cNvSpPr>
          <p:nvPr>
            <p:ph type="sldImg"/>
          </p:nvPr>
        </p:nvSpPr>
        <p:spPr>
          <a:ln/>
        </p:spPr>
      </p:sp>
      <p:sp>
        <p:nvSpPr>
          <p:cNvPr id="54279"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2105662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dirty="0"/>
              <a:t>*</a:t>
            </a:r>
          </a:p>
        </p:txBody>
      </p:sp>
      <p:sp>
        <p:nvSpPr>
          <p:cNvPr id="54275" name="Rectangle 3"/>
          <p:cNvSpPr>
            <a:spLocks noGrp="1" noChangeArrowheads="1"/>
          </p:cNvSpPr>
          <p:nvPr>
            <p:ph type="dt" sz="quarter" idx="1"/>
          </p:nvPr>
        </p:nvSpPr>
        <p:spPr>
          <a:noFill/>
        </p:spPr>
        <p:txBody>
          <a:bodyPr/>
          <a:lstStyle/>
          <a:p>
            <a:r>
              <a:rPr lang="en-US" dirty="0"/>
              <a:t>07/16/96</a:t>
            </a:r>
          </a:p>
        </p:txBody>
      </p:sp>
      <p:sp>
        <p:nvSpPr>
          <p:cNvPr id="5427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4277" name="Rectangle 7"/>
          <p:cNvSpPr>
            <a:spLocks noGrp="1" noChangeArrowheads="1"/>
          </p:cNvSpPr>
          <p:nvPr>
            <p:ph type="sldNum" sz="quarter" idx="5"/>
          </p:nvPr>
        </p:nvSpPr>
        <p:spPr>
          <a:noFill/>
        </p:spPr>
        <p:txBody>
          <a:bodyPr/>
          <a:lstStyle/>
          <a:p>
            <a:fld id="{4C22E00D-BDC5-46FE-BE72-6C376B294A0A}" type="slidenum">
              <a:rPr lang="en-US"/>
              <a:pPr/>
              <a:t>49</a:t>
            </a:fld>
            <a:r>
              <a:rPr lang="en-US" dirty="0"/>
              <a:t>##</a:t>
            </a:r>
          </a:p>
        </p:txBody>
      </p:sp>
      <p:sp>
        <p:nvSpPr>
          <p:cNvPr id="54278" name="Rectangle 2"/>
          <p:cNvSpPr>
            <a:spLocks noGrp="1" noRot="1" noChangeAspect="1" noChangeArrowheads="1" noTextEdit="1"/>
          </p:cNvSpPr>
          <p:nvPr>
            <p:ph type="sldImg"/>
          </p:nvPr>
        </p:nvSpPr>
        <p:spPr>
          <a:ln/>
        </p:spPr>
      </p:sp>
      <p:sp>
        <p:nvSpPr>
          <p:cNvPr id="54279"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1722802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Faiza Khan</a:t>
            </a:r>
          </a:p>
        </p:txBody>
      </p:sp>
      <p:sp>
        <p:nvSpPr>
          <p:cNvPr id="5" name="Slide Number Placeholder 4"/>
          <p:cNvSpPr>
            <a:spLocks noGrp="1"/>
          </p:cNvSpPr>
          <p:nvPr>
            <p:ph type="sldNum" sz="quarter" idx="5"/>
          </p:nvPr>
        </p:nvSpPr>
        <p:spPr/>
        <p:txBody>
          <a:bodyPr/>
          <a:lstStyle/>
          <a:p>
            <a:fld id="{C57028D4-2865-4ECD-A9C3-78F7F80ED42C}" type="slidenum">
              <a:rPr lang="en-US" smtClean="0"/>
              <a:t>53</a:t>
            </a:fld>
            <a:endParaRPr lang="en-US"/>
          </a:p>
        </p:txBody>
      </p:sp>
    </p:spTree>
    <p:extLst>
      <p:ext uri="{BB962C8B-B14F-4D97-AF65-F5344CB8AC3E}">
        <p14:creationId xmlns:p14="http://schemas.microsoft.com/office/powerpoint/2010/main" val="268139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a:noFill/>
        </p:spPr>
        <p:txBody>
          <a:bodyPr/>
          <a:lstStyle/>
          <a:p>
            <a:r>
              <a:rPr lang="en-US" dirty="0"/>
              <a:t>*</a:t>
            </a:r>
          </a:p>
        </p:txBody>
      </p:sp>
      <p:sp>
        <p:nvSpPr>
          <p:cNvPr id="131075" name="Rectangle 3"/>
          <p:cNvSpPr>
            <a:spLocks noGrp="1" noChangeArrowheads="1"/>
          </p:cNvSpPr>
          <p:nvPr>
            <p:ph type="dt" sz="quarter" idx="1"/>
          </p:nvPr>
        </p:nvSpPr>
        <p:spPr>
          <a:noFill/>
        </p:spPr>
        <p:txBody>
          <a:bodyPr/>
          <a:lstStyle/>
          <a:p>
            <a:r>
              <a:rPr lang="en-US" dirty="0"/>
              <a:t>07/16/96</a:t>
            </a:r>
          </a:p>
        </p:txBody>
      </p:sp>
      <p:sp>
        <p:nvSpPr>
          <p:cNvPr id="13107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31077" name="Rectangle 7"/>
          <p:cNvSpPr>
            <a:spLocks noGrp="1" noChangeArrowheads="1"/>
          </p:cNvSpPr>
          <p:nvPr>
            <p:ph type="sldNum" sz="quarter" idx="5"/>
          </p:nvPr>
        </p:nvSpPr>
        <p:spPr>
          <a:noFill/>
        </p:spPr>
        <p:txBody>
          <a:bodyPr/>
          <a:lstStyle/>
          <a:p>
            <a:fld id="{1FE8D742-5DE5-4845-9EB6-7AC97C0E14F6}" type="slidenum">
              <a:rPr lang="en-US" smtClean="0"/>
              <a:pPr/>
              <a:t>56</a:t>
            </a:fld>
            <a:r>
              <a:rPr lang="en-US" dirty="0"/>
              <a:t>##</a:t>
            </a:r>
          </a:p>
        </p:txBody>
      </p:sp>
      <p:sp>
        <p:nvSpPr>
          <p:cNvPr id="131078" name="Rectangle 2"/>
          <p:cNvSpPr>
            <a:spLocks noGrp="1" noRot="1" noChangeAspect="1" noChangeArrowheads="1" noTextEdit="1"/>
          </p:cNvSpPr>
          <p:nvPr>
            <p:ph type="sldImg"/>
          </p:nvPr>
        </p:nvSpPr>
        <p:spPr>
          <a:ln/>
        </p:spPr>
      </p:sp>
      <p:sp>
        <p:nvSpPr>
          <p:cNvPr id="131079" name="Rectangle 3"/>
          <p:cNvSpPr>
            <a:spLocks noGrp="1" noChangeArrowheads="1"/>
          </p:cNvSpPr>
          <p:nvPr>
            <p:ph type="body" idx="1"/>
          </p:nvPr>
        </p:nvSpPr>
        <p:spPr>
          <a:xfrm>
            <a:off x="687874" y="4415321"/>
            <a:ext cx="5506066" cy="4183164"/>
          </a:xfrm>
          <a:noFill/>
          <a:ln/>
        </p:spPr>
        <p:txBody>
          <a:bodyPr/>
          <a:lstStyle/>
          <a:p>
            <a:pPr eaLnBrk="1" hangingPunct="1"/>
            <a:r>
              <a:rPr lang="en-US" sz="1200" b="0" i="0" kern="1200" dirty="0">
                <a:solidFill>
                  <a:schemeClr val="tx1"/>
                </a:solidFill>
                <a:effectLst/>
                <a:latin typeface="+mn-lt"/>
                <a:ea typeface="+mn-ea"/>
                <a:cs typeface="+mn-cs"/>
              </a:rPr>
              <a:t>A div element is used for block-level organization and styling of page elements, whereas a span element is used for inline organization and styling.</a:t>
            </a:r>
            <a:endParaRPr lang="bg-BG" dirty="0"/>
          </a:p>
        </p:txBody>
      </p:sp>
    </p:spTree>
    <p:extLst>
      <p:ext uri="{BB962C8B-B14F-4D97-AF65-F5344CB8AC3E}">
        <p14:creationId xmlns:p14="http://schemas.microsoft.com/office/powerpoint/2010/main" val="3433765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a:noFill/>
        </p:spPr>
        <p:txBody>
          <a:bodyPr/>
          <a:lstStyle/>
          <a:p>
            <a:r>
              <a:rPr lang="en-US" dirty="0"/>
              <a:t>*</a:t>
            </a:r>
          </a:p>
        </p:txBody>
      </p:sp>
      <p:sp>
        <p:nvSpPr>
          <p:cNvPr id="133123" name="Rectangle 3"/>
          <p:cNvSpPr>
            <a:spLocks noGrp="1" noChangeArrowheads="1"/>
          </p:cNvSpPr>
          <p:nvPr>
            <p:ph type="dt" sz="quarter" idx="1"/>
          </p:nvPr>
        </p:nvSpPr>
        <p:spPr>
          <a:noFill/>
        </p:spPr>
        <p:txBody>
          <a:bodyPr/>
          <a:lstStyle/>
          <a:p>
            <a:r>
              <a:rPr lang="en-US" dirty="0"/>
              <a:t>07/16/96</a:t>
            </a:r>
          </a:p>
        </p:txBody>
      </p:sp>
      <p:sp>
        <p:nvSpPr>
          <p:cNvPr id="13312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33125" name="Rectangle 7"/>
          <p:cNvSpPr>
            <a:spLocks noGrp="1" noChangeArrowheads="1"/>
          </p:cNvSpPr>
          <p:nvPr>
            <p:ph type="sldNum" sz="quarter" idx="5"/>
          </p:nvPr>
        </p:nvSpPr>
        <p:spPr>
          <a:noFill/>
        </p:spPr>
        <p:txBody>
          <a:bodyPr/>
          <a:lstStyle/>
          <a:p>
            <a:fld id="{0A3FD654-343F-4B24-BC96-A5E6A78FE443}" type="slidenum">
              <a:rPr lang="en-US" smtClean="0"/>
              <a:pPr/>
              <a:t>57</a:t>
            </a:fld>
            <a:r>
              <a:rPr lang="en-US" dirty="0"/>
              <a:t>##</a:t>
            </a:r>
          </a:p>
        </p:txBody>
      </p:sp>
      <p:sp>
        <p:nvSpPr>
          <p:cNvPr id="133126" name="Rectangle 2"/>
          <p:cNvSpPr>
            <a:spLocks noGrp="1" noRot="1" noChangeAspect="1" noChangeArrowheads="1" noTextEdit="1"/>
          </p:cNvSpPr>
          <p:nvPr>
            <p:ph type="sldImg"/>
          </p:nvPr>
        </p:nvSpPr>
        <p:spPr>
          <a:ln/>
        </p:spPr>
      </p:sp>
      <p:sp>
        <p:nvSpPr>
          <p:cNvPr id="133127" name="Rectangle 3"/>
          <p:cNvSpPr>
            <a:spLocks noGrp="1" noChangeArrowheads="1"/>
          </p:cNvSpPr>
          <p:nvPr>
            <p:ph type="body" idx="1"/>
          </p:nvPr>
        </p:nvSpPr>
        <p:spPr>
          <a:xfrm>
            <a:off x="687874" y="4415321"/>
            <a:ext cx="5506066" cy="4183164"/>
          </a:xfrm>
          <a:noFill/>
          <a:ln/>
        </p:spPr>
        <p:txBody>
          <a:bodyPr/>
          <a:lstStyle/>
          <a:p>
            <a:pPr eaLnBrk="1" hangingPunct="1"/>
            <a:endParaRPr lang="bg-BG"/>
          </a:p>
        </p:txBody>
      </p:sp>
    </p:spTree>
    <p:extLst>
      <p:ext uri="{BB962C8B-B14F-4D97-AF65-F5344CB8AC3E}">
        <p14:creationId xmlns:p14="http://schemas.microsoft.com/office/powerpoint/2010/main" val="42225631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p:spPr>
        <p:txBody>
          <a:bodyPr/>
          <a:lstStyle/>
          <a:p>
            <a:r>
              <a:rPr lang="en-US" dirty="0"/>
              <a:t>*</a:t>
            </a:r>
          </a:p>
        </p:txBody>
      </p:sp>
      <p:sp>
        <p:nvSpPr>
          <p:cNvPr id="57347" name="Rectangle 3"/>
          <p:cNvSpPr>
            <a:spLocks noGrp="1" noChangeArrowheads="1"/>
          </p:cNvSpPr>
          <p:nvPr>
            <p:ph type="dt" sz="quarter" idx="1"/>
          </p:nvPr>
        </p:nvSpPr>
        <p:spPr>
          <a:noFill/>
        </p:spPr>
        <p:txBody>
          <a:bodyPr/>
          <a:lstStyle/>
          <a:p>
            <a:r>
              <a:rPr lang="en-US" dirty="0"/>
              <a:t>07/16/96</a:t>
            </a:r>
          </a:p>
        </p:txBody>
      </p:sp>
      <p:sp>
        <p:nvSpPr>
          <p:cNvPr id="57348"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7349" name="Rectangle 7"/>
          <p:cNvSpPr>
            <a:spLocks noGrp="1" noChangeArrowheads="1"/>
          </p:cNvSpPr>
          <p:nvPr>
            <p:ph type="sldNum" sz="quarter" idx="5"/>
          </p:nvPr>
        </p:nvSpPr>
        <p:spPr>
          <a:noFill/>
        </p:spPr>
        <p:txBody>
          <a:bodyPr/>
          <a:lstStyle/>
          <a:p>
            <a:fld id="{67233D03-4956-4DF5-9CF1-3BCFF3442D24}" type="slidenum">
              <a:rPr lang="en-US"/>
              <a:pPr/>
              <a:t>59</a:t>
            </a:fld>
            <a:r>
              <a:rPr lang="en-US" dirty="0"/>
              <a:t>##</a:t>
            </a:r>
          </a:p>
        </p:txBody>
      </p:sp>
      <p:sp>
        <p:nvSpPr>
          <p:cNvPr id="57350" name="Rectangle 2"/>
          <p:cNvSpPr>
            <a:spLocks noGrp="1" noRot="1" noChangeAspect="1" noChangeArrowheads="1" noTextEdit="1"/>
          </p:cNvSpPr>
          <p:nvPr>
            <p:ph type="sldImg"/>
          </p:nvPr>
        </p:nvSpPr>
        <p:spPr>
          <a:ln/>
        </p:spPr>
      </p:sp>
      <p:sp>
        <p:nvSpPr>
          <p:cNvPr id="57351" name="Rectangle 3"/>
          <p:cNvSpPr>
            <a:spLocks noGrp="1" noChangeArrowheads="1"/>
          </p:cNvSpPr>
          <p:nvPr>
            <p:ph type="body" idx="1"/>
          </p:nvPr>
        </p:nvSpPr>
        <p:spPr>
          <a:xfrm>
            <a:off x="709614" y="4860925"/>
            <a:ext cx="5680075" cy="4605338"/>
          </a:xfrm>
          <a:noFill/>
          <a:ln/>
        </p:spPr>
        <p:txBody>
          <a:bodyPr/>
          <a:lstStyle/>
          <a:p>
            <a:pPr eaLnBrk="1" hangingPunct="1"/>
            <a:r>
              <a:rPr lang="en-US" b="1" dirty="0"/>
              <a:t>GET</a:t>
            </a:r>
            <a:r>
              <a:rPr lang="en-US" dirty="0"/>
              <a:t>: Sends form data as part of the URL (visible in the browser's address bar). It's used when you don't need to keep data private (like search queries).</a:t>
            </a:r>
          </a:p>
          <a:p>
            <a:pPr eaLnBrk="1" hangingPunct="1"/>
            <a:r>
              <a:rPr lang="en-US" b="1" dirty="0"/>
              <a:t>POST</a:t>
            </a:r>
            <a:r>
              <a:rPr lang="en-US" dirty="0"/>
              <a:t>: Sends form data in the body of the HTTP request (not visible in the URL). It's used when sending sensitive or large amounts of data, such as login credentials or file uploads.</a:t>
            </a:r>
            <a:endParaRPr lang="bg-BG" dirty="0"/>
          </a:p>
        </p:txBody>
      </p:sp>
    </p:spTree>
    <p:extLst>
      <p:ext uri="{BB962C8B-B14F-4D97-AF65-F5344CB8AC3E}">
        <p14:creationId xmlns:p14="http://schemas.microsoft.com/office/powerpoint/2010/main" val="1618112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p:spPr>
        <p:txBody>
          <a:bodyPr/>
          <a:lstStyle/>
          <a:p>
            <a:r>
              <a:rPr lang="en-US" dirty="0"/>
              <a:t>*</a:t>
            </a:r>
          </a:p>
        </p:txBody>
      </p:sp>
      <p:sp>
        <p:nvSpPr>
          <p:cNvPr id="58371" name="Rectangle 3"/>
          <p:cNvSpPr>
            <a:spLocks noGrp="1" noChangeArrowheads="1"/>
          </p:cNvSpPr>
          <p:nvPr>
            <p:ph type="dt" sz="quarter" idx="1"/>
          </p:nvPr>
        </p:nvSpPr>
        <p:spPr>
          <a:noFill/>
        </p:spPr>
        <p:txBody>
          <a:bodyPr/>
          <a:lstStyle/>
          <a:p>
            <a:r>
              <a:rPr lang="en-US" dirty="0"/>
              <a:t>07/16/96</a:t>
            </a:r>
          </a:p>
        </p:txBody>
      </p:sp>
      <p:sp>
        <p:nvSpPr>
          <p:cNvPr id="5837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8373" name="Rectangle 7"/>
          <p:cNvSpPr>
            <a:spLocks noGrp="1" noChangeArrowheads="1"/>
          </p:cNvSpPr>
          <p:nvPr>
            <p:ph type="sldNum" sz="quarter" idx="5"/>
          </p:nvPr>
        </p:nvSpPr>
        <p:spPr>
          <a:noFill/>
        </p:spPr>
        <p:txBody>
          <a:bodyPr/>
          <a:lstStyle/>
          <a:p>
            <a:fld id="{EF22CF2B-D1D1-4B32-93E8-F3991CBE39B5}" type="slidenum">
              <a:rPr lang="en-US"/>
              <a:pPr/>
              <a:t>62</a:t>
            </a:fld>
            <a:r>
              <a:rPr lang="en-US" dirty="0"/>
              <a:t>##</a:t>
            </a:r>
          </a:p>
        </p:txBody>
      </p:sp>
      <p:sp>
        <p:nvSpPr>
          <p:cNvPr id="58374" name="Rectangle 2"/>
          <p:cNvSpPr>
            <a:spLocks noGrp="1" noRot="1" noChangeAspect="1" noChangeArrowheads="1" noTextEdit="1"/>
          </p:cNvSpPr>
          <p:nvPr>
            <p:ph type="sldImg"/>
          </p:nvPr>
        </p:nvSpPr>
        <p:spPr>
          <a:ln/>
        </p:spPr>
      </p:sp>
      <p:sp>
        <p:nvSpPr>
          <p:cNvPr id="58375" name="Rectangle 3"/>
          <p:cNvSpPr>
            <a:spLocks noGrp="1" noChangeArrowheads="1"/>
          </p:cNvSpPr>
          <p:nvPr>
            <p:ph type="body" idx="1"/>
          </p:nvPr>
        </p:nvSpPr>
        <p:spPr>
          <a:xfrm>
            <a:off x="709614" y="4860925"/>
            <a:ext cx="5680075" cy="4605338"/>
          </a:xfrm>
          <a:noFill/>
          <a:ln/>
        </p:spPr>
        <p:txBody>
          <a:bodyPr/>
          <a:lstStyle/>
          <a:p>
            <a:pPr eaLnBrk="1" hangingPunct="1"/>
            <a:endParaRPr lang="bg-BG" dirty="0"/>
          </a:p>
        </p:txBody>
      </p:sp>
    </p:spTree>
    <p:extLst>
      <p:ext uri="{BB962C8B-B14F-4D97-AF65-F5344CB8AC3E}">
        <p14:creationId xmlns:p14="http://schemas.microsoft.com/office/powerpoint/2010/main" val="3978736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p:spPr>
        <p:txBody>
          <a:bodyPr/>
          <a:lstStyle/>
          <a:p>
            <a:r>
              <a:rPr lang="en-US" dirty="0"/>
              <a:t>*</a:t>
            </a:r>
          </a:p>
        </p:txBody>
      </p:sp>
      <p:sp>
        <p:nvSpPr>
          <p:cNvPr id="59395" name="Rectangle 3"/>
          <p:cNvSpPr>
            <a:spLocks noGrp="1" noChangeArrowheads="1"/>
          </p:cNvSpPr>
          <p:nvPr>
            <p:ph type="dt" sz="quarter" idx="1"/>
          </p:nvPr>
        </p:nvSpPr>
        <p:spPr>
          <a:noFill/>
        </p:spPr>
        <p:txBody>
          <a:bodyPr/>
          <a:lstStyle/>
          <a:p>
            <a:r>
              <a:rPr lang="en-US" dirty="0"/>
              <a:t>07/16/96</a:t>
            </a:r>
          </a:p>
        </p:txBody>
      </p:sp>
      <p:sp>
        <p:nvSpPr>
          <p:cNvPr id="5939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9397" name="Rectangle 7"/>
          <p:cNvSpPr>
            <a:spLocks noGrp="1" noChangeArrowheads="1"/>
          </p:cNvSpPr>
          <p:nvPr>
            <p:ph type="sldNum" sz="quarter" idx="5"/>
          </p:nvPr>
        </p:nvSpPr>
        <p:spPr>
          <a:noFill/>
        </p:spPr>
        <p:txBody>
          <a:bodyPr/>
          <a:lstStyle/>
          <a:p>
            <a:fld id="{EDF29158-8B2E-45DF-9A15-85654FD6DA44}" type="slidenum">
              <a:rPr lang="en-US"/>
              <a:pPr/>
              <a:t>63</a:t>
            </a:fld>
            <a:r>
              <a:rPr lang="en-US" dirty="0"/>
              <a:t>##</a:t>
            </a:r>
          </a:p>
        </p:txBody>
      </p:sp>
      <p:sp>
        <p:nvSpPr>
          <p:cNvPr id="59398" name="Rectangle 2"/>
          <p:cNvSpPr>
            <a:spLocks noGrp="1" noRot="1" noChangeAspect="1" noChangeArrowheads="1" noTextEdit="1"/>
          </p:cNvSpPr>
          <p:nvPr>
            <p:ph type="sldImg"/>
          </p:nvPr>
        </p:nvSpPr>
        <p:spPr>
          <a:ln/>
        </p:spPr>
      </p:sp>
      <p:sp>
        <p:nvSpPr>
          <p:cNvPr id="59399" name="Rectangle 3"/>
          <p:cNvSpPr>
            <a:spLocks noGrp="1" noChangeArrowheads="1"/>
          </p:cNvSpPr>
          <p:nvPr>
            <p:ph type="body" idx="1"/>
          </p:nvPr>
        </p:nvSpPr>
        <p:spPr>
          <a:xfrm>
            <a:off x="709614" y="4860925"/>
            <a:ext cx="5680075" cy="4605338"/>
          </a:xfrm>
          <a:noFill/>
          <a:ln/>
        </p:spPr>
        <p:txBody>
          <a:bodyPr/>
          <a:lstStyle/>
          <a:p>
            <a:pPr eaLnBrk="1" hangingPunct="1"/>
            <a:r>
              <a:rPr lang="en-US" dirty="0"/>
              <a:t>For checkboxes, the value attribute specifies the data sent if the checkbox is checked:</a:t>
            </a:r>
            <a:endParaRPr lang="bg-BG" dirty="0"/>
          </a:p>
        </p:txBody>
      </p:sp>
    </p:spTree>
    <p:extLst>
      <p:ext uri="{BB962C8B-B14F-4D97-AF65-F5344CB8AC3E}">
        <p14:creationId xmlns:p14="http://schemas.microsoft.com/office/powerpoint/2010/main" val="626636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p:spPr>
        <p:txBody>
          <a:bodyPr/>
          <a:lstStyle/>
          <a:p>
            <a:r>
              <a:rPr lang="en-US" dirty="0"/>
              <a:t>*</a:t>
            </a:r>
          </a:p>
        </p:txBody>
      </p:sp>
      <p:sp>
        <p:nvSpPr>
          <p:cNvPr id="60419" name="Rectangle 3"/>
          <p:cNvSpPr>
            <a:spLocks noGrp="1" noChangeArrowheads="1"/>
          </p:cNvSpPr>
          <p:nvPr>
            <p:ph type="dt" sz="quarter" idx="1"/>
          </p:nvPr>
        </p:nvSpPr>
        <p:spPr>
          <a:noFill/>
        </p:spPr>
        <p:txBody>
          <a:bodyPr/>
          <a:lstStyle/>
          <a:p>
            <a:r>
              <a:rPr lang="en-US" dirty="0"/>
              <a:t>07/16/96</a:t>
            </a:r>
          </a:p>
        </p:txBody>
      </p:sp>
      <p:sp>
        <p:nvSpPr>
          <p:cNvPr id="6042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60421" name="Rectangle 7"/>
          <p:cNvSpPr>
            <a:spLocks noGrp="1" noChangeArrowheads="1"/>
          </p:cNvSpPr>
          <p:nvPr>
            <p:ph type="sldNum" sz="quarter" idx="5"/>
          </p:nvPr>
        </p:nvSpPr>
        <p:spPr>
          <a:noFill/>
        </p:spPr>
        <p:txBody>
          <a:bodyPr/>
          <a:lstStyle/>
          <a:p>
            <a:fld id="{5A58E050-4EBD-4C99-ACD4-2AF88D75A15E}" type="slidenum">
              <a:rPr lang="en-US"/>
              <a:pPr/>
              <a:t>64</a:t>
            </a:fld>
            <a:r>
              <a:rPr lang="en-US" dirty="0"/>
              <a:t>##</a:t>
            </a:r>
          </a:p>
        </p:txBody>
      </p:sp>
      <p:sp>
        <p:nvSpPr>
          <p:cNvPr id="60422" name="Rectangle 2"/>
          <p:cNvSpPr>
            <a:spLocks noGrp="1" noRot="1" noChangeAspect="1" noChangeArrowheads="1" noTextEdit="1"/>
          </p:cNvSpPr>
          <p:nvPr>
            <p:ph type="sldImg"/>
          </p:nvPr>
        </p:nvSpPr>
        <p:spPr>
          <a:ln/>
        </p:spPr>
      </p:sp>
      <p:sp>
        <p:nvSpPr>
          <p:cNvPr id="60423"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2662938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p:spPr>
        <p:txBody>
          <a:bodyPr/>
          <a:lstStyle/>
          <a:p>
            <a:r>
              <a:rPr lang="en-US" dirty="0"/>
              <a:t>*</a:t>
            </a:r>
          </a:p>
        </p:txBody>
      </p:sp>
      <p:sp>
        <p:nvSpPr>
          <p:cNvPr id="61443" name="Rectangle 3"/>
          <p:cNvSpPr>
            <a:spLocks noGrp="1" noChangeArrowheads="1"/>
          </p:cNvSpPr>
          <p:nvPr>
            <p:ph type="dt" sz="quarter" idx="1"/>
          </p:nvPr>
        </p:nvSpPr>
        <p:spPr>
          <a:noFill/>
        </p:spPr>
        <p:txBody>
          <a:bodyPr/>
          <a:lstStyle/>
          <a:p>
            <a:r>
              <a:rPr lang="en-US" dirty="0"/>
              <a:t>07/16/96</a:t>
            </a:r>
          </a:p>
        </p:txBody>
      </p:sp>
      <p:sp>
        <p:nvSpPr>
          <p:cNvPr id="6144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61445" name="Rectangle 7"/>
          <p:cNvSpPr>
            <a:spLocks noGrp="1" noChangeArrowheads="1"/>
          </p:cNvSpPr>
          <p:nvPr>
            <p:ph type="sldNum" sz="quarter" idx="5"/>
          </p:nvPr>
        </p:nvSpPr>
        <p:spPr>
          <a:noFill/>
        </p:spPr>
        <p:txBody>
          <a:bodyPr/>
          <a:lstStyle/>
          <a:p>
            <a:fld id="{F4B5B959-1808-4DB1-9066-078AC5823A94}" type="slidenum">
              <a:rPr lang="en-US"/>
              <a:pPr/>
              <a:t>67</a:t>
            </a:fld>
            <a:r>
              <a:rPr lang="en-US" dirty="0"/>
              <a:t>##</a:t>
            </a:r>
          </a:p>
        </p:txBody>
      </p:sp>
      <p:sp>
        <p:nvSpPr>
          <p:cNvPr id="61446" name="Rectangle 2"/>
          <p:cNvSpPr>
            <a:spLocks noGrp="1" noRot="1" noChangeAspect="1" noChangeArrowheads="1" noTextEdit="1"/>
          </p:cNvSpPr>
          <p:nvPr>
            <p:ph type="sldImg"/>
          </p:nvPr>
        </p:nvSpPr>
        <p:spPr>
          <a:ln/>
        </p:spPr>
      </p:sp>
      <p:sp>
        <p:nvSpPr>
          <p:cNvPr id="61447"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1481759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p:spPr>
        <p:txBody>
          <a:bodyPr/>
          <a:lstStyle/>
          <a:p>
            <a:r>
              <a:rPr lang="en-US" dirty="0"/>
              <a:t>*</a:t>
            </a:r>
          </a:p>
        </p:txBody>
      </p:sp>
      <p:sp>
        <p:nvSpPr>
          <p:cNvPr id="62467" name="Rectangle 3"/>
          <p:cNvSpPr>
            <a:spLocks noGrp="1" noChangeArrowheads="1"/>
          </p:cNvSpPr>
          <p:nvPr>
            <p:ph type="dt" sz="quarter" idx="1"/>
          </p:nvPr>
        </p:nvSpPr>
        <p:spPr>
          <a:noFill/>
        </p:spPr>
        <p:txBody>
          <a:bodyPr/>
          <a:lstStyle/>
          <a:p>
            <a:r>
              <a:rPr lang="en-US" dirty="0"/>
              <a:t>07/16/96</a:t>
            </a:r>
          </a:p>
        </p:txBody>
      </p:sp>
      <p:sp>
        <p:nvSpPr>
          <p:cNvPr id="62468"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62469" name="Rectangle 7"/>
          <p:cNvSpPr>
            <a:spLocks noGrp="1" noChangeArrowheads="1"/>
          </p:cNvSpPr>
          <p:nvPr>
            <p:ph type="sldNum" sz="quarter" idx="5"/>
          </p:nvPr>
        </p:nvSpPr>
        <p:spPr>
          <a:noFill/>
        </p:spPr>
        <p:txBody>
          <a:bodyPr/>
          <a:lstStyle/>
          <a:p>
            <a:fld id="{D1BE99E6-3C87-43A6-A64E-0A817FAF1526}" type="slidenum">
              <a:rPr lang="en-US"/>
              <a:pPr/>
              <a:t>68</a:t>
            </a:fld>
            <a:r>
              <a:rPr lang="en-US" dirty="0"/>
              <a:t>##</a:t>
            </a:r>
          </a:p>
        </p:txBody>
      </p:sp>
      <p:sp>
        <p:nvSpPr>
          <p:cNvPr id="62470" name="Rectangle 2"/>
          <p:cNvSpPr>
            <a:spLocks noGrp="1" noRot="1" noChangeAspect="1" noChangeArrowheads="1" noTextEdit="1"/>
          </p:cNvSpPr>
          <p:nvPr>
            <p:ph type="sldImg"/>
          </p:nvPr>
        </p:nvSpPr>
        <p:spPr>
          <a:ln/>
        </p:spPr>
      </p:sp>
      <p:sp>
        <p:nvSpPr>
          <p:cNvPr id="62471"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651685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a:noFill/>
        </p:spPr>
        <p:txBody>
          <a:bodyPr/>
          <a:lstStyle/>
          <a:p>
            <a:r>
              <a:rPr lang="en-US" dirty="0"/>
              <a:t>*</a:t>
            </a:r>
          </a:p>
        </p:txBody>
      </p:sp>
      <p:sp>
        <p:nvSpPr>
          <p:cNvPr id="63491" name="Rectangle 3"/>
          <p:cNvSpPr>
            <a:spLocks noGrp="1" noChangeArrowheads="1"/>
          </p:cNvSpPr>
          <p:nvPr>
            <p:ph type="dt" sz="quarter" idx="1"/>
          </p:nvPr>
        </p:nvSpPr>
        <p:spPr>
          <a:noFill/>
        </p:spPr>
        <p:txBody>
          <a:bodyPr/>
          <a:lstStyle/>
          <a:p>
            <a:r>
              <a:rPr lang="en-US" dirty="0"/>
              <a:t>07/16/96</a:t>
            </a:r>
          </a:p>
        </p:txBody>
      </p:sp>
      <p:sp>
        <p:nvSpPr>
          <p:cNvPr id="6349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63493" name="Rectangle 7"/>
          <p:cNvSpPr>
            <a:spLocks noGrp="1" noChangeArrowheads="1"/>
          </p:cNvSpPr>
          <p:nvPr>
            <p:ph type="sldNum" sz="quarter" idx="5"/>
          </p:nvPr>
        </p:nvSpPr>
        <p:spPr>
          <a:noFill/>
        </p:spPr>
        <p:txBody>
          <a:bodyPr/>
          <a:lstStyle/>
          <a:p>
            <a:fld id="{AD45093D-60B4-40B0-95B1-51DC18C5CCA4}" type="slidenum">
              <a:rPr lang="en-US"/>
              <a:pPr/>
              <a:t>69</a:t>
            </a:fld>
            <a:r>
              <a:rPr lang="en-US" dirty="0"/>
              <a:t>##</a:t>
            </a:r>
          </a:p>
        </p:txBody>
      </p:sp>
      <p:sp>
        <p:nvSpPr>
          <p:cNvPr id="63494" name="Rectangle 2"/>
          <p:cNvSpPr>
            <a:spLocks noGrp="1" noRot="1" noChangeAspect="1" noChangeArrowheads="1" noTextEdit="1"/>
          </p:cNvSpPr>
          <p:nvPr>
            <p:ph type="sldImg"/>
          </p:nvPr>
        </p:nvSpPr>
        <p:spPr>
          <a:ln/>
        </p:spPr>
      </p:sp>
      <p:sp>
        <p:nvSpPr>
          <p:cNvPr id="63495" name="Rectangle 3"/>
          <p:cNvSpPr>
            <a:spLocks noGrp="1" noChangeArrowheads="1"/>
          </p:cNvSpPr>
          <p:nvPr>
            <p:ph type="body" idx="1"/>
          </p:nvPr>
        </p:nvSpPr>
        <p:spPr>
          <a:xfrm>
            <a:off x="709614" y="4860925"/>
            <a:ext cx="5680075" cy="4605338"/>
          </a:xfrm>
          <a:noFill/>
          <a:ln/>
        </p:spPr>
        <p:txBody>
          <a:bodyPr/>
          <a:lstStyle/>
          <a:p>
            <a:pPr eaLnBrk="1" hangingPunct="1"/>
            <a:endParaRPr lang="bg-BG"/>
          </a:p>
        </p:txBody>
      </p:sp>
    </p:spTree>
    <p:extLst>
      <p:ext uri="{BB962C8B-B14F-4D97-AF65-F5344CB8AC3E}">
        <p14:creationId xmlns:p14="http://schemas.microsoft.com/office/powerpoint/2010/main" val="933113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9"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9" y="4777381"/>
            <a:ext cx="880060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3B3C95-6310-47E5-858B-6403AC3FF81D}"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9" name="Freeform 8"/>
          <p:cNvSpPr/>
          <p:nvPr/>
        </p:nvSpPr>
        <p:spPr bwMode="auto">
          <a:xfrm>
            <a:off x="-42292" y="4321159"/>
            <a:ext cx="1860631"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64445" y="4529542"/>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78813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2"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8" y="2133600"/>
            <a:ext cx="8789313"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F290DC-0FEE-49CE-AD16-B86DAE0AA575}"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EA01E00C-350D-493E-B140-69306DC35D1C}" type="slidenum">
              <a:rPr lang="en-US" smtClean="0"/>
              <a:pPr/>
              <a:t>‹#›</a:t>
            </a:fld>
            <a:endParaRPr lang="en-US"/>
          </a:p>
        </p:txBody>
      </p:sp>
    </p:spTree>
    <p:extLst>
      <p:ext uri="{BB962C8B-B14F-4D97-AF65-F5344CB8AC3E}">
        <p14:creationId xmlns:p14="http://schemas.microsoft.com/office/powerpoint/2010/main" val="3125573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8"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3581400"/>
            <a:ext cx="8789313"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F0B7E7-7E1D-4158-930D-261C17155EDE}"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1"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0629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9" y="2136707"/>
            <a:ext cx="4263375"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10" y="2136707"/>
            <a:ext cx="426279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25083-FD26-4ACE-8AAB-B289BE030AFC}" type="datetime1">
              <a:rPr lang="en-US" smtClean="0">
                <a:solidFill>
                  <a:prstClr val="black">
                    <a:tint val="75000"/>
                  </a:prstClr>
                </a:solidFill>
              </a:rPr>
              <a:t>9/22/2026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9"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681637" y="787784"/>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415488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887" y="2802889"/>
            <a:ext cx="4263376"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40"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11620" y="2799661"/>
            <a:ext cx="4260907"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68E367-DB9F-4F58-846C-CD9675485014}" type="datetime1">
              <a:rPr lang="en-US" smtClean="0">
                <a:solidFill>
                  <a:prstClr val="black">
                    <a:tint val="75000"/>
                  </a:prstClr>
                </a:solidFill>
              </a:rPr>
              <a:t>9/22/2026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1"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681637" y="787784"/>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483925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88611C-BA03-4C77-BDD9-B14608C6F6C6}" type="datetime1">
              <a:rPr lang="en-US" smtClean="0">
                <a:solidFill>
                  <a:prstClr val="black">
                    <a:tint val="75000"/>
                  </a:prstClr>
                </a:solidFill>
              </a:rPr>
              <a:t>9/22/2026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8"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253769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BDCF1F-FED3-4623-9AA0-32CE67F5F0E1}" type="datetime1">
              <a:rPr lang="en-US" smtClean="0">
                <a:solidFill>
                  <a:prstClr val="black">
                    <a:tint val="75000"/>
                  </a:prstClr>
                </a:solidFill>
              </a:rPr>
              <a:t>9/22/2026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910523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90"/>
            <a:ext cx="5054541"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94C029C-1A43-43FE-8896-2FA7930106DA}" type="datetime1">
              <a:rPr lang="en-US" smtClean="0">
                <a:solidFill>
                  <a:prstClr val="black">
                    <a:tint val="75000"/>
                  </a:prstClr>
                </a:solidFill>
              </a:rPr>
              <a:t>9/22/2026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025449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8" y="634965"/>
            <a:ext cx="8789313"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8"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2DE7850-C864-4562-BC6A-17847363E8F1}" type="datetime1">
              <a:rPr lang="en-US" smtClean="0">
                <a:solidFill>
                  <a:prstClr val="black">
                    <a:tint val="75000"/>
                  </a:prstClr>
                </a:solidFill>
              </a:rPr>
              <a:t>9/22/2026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03034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F810AA-034E-4AEA-8EF4-8E714C628322}"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15736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3DB01FE-C33A-4331-8772-06F46DDBA0A2}"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9"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D57F1E4F-1CFF-5643-939E-02111984F565}" type="slidenum">
              <a:rPr lang="en-US" smtClean="0"/>
              <a:pPr/>
              <a:t>‹#›</a:t>
            </a:fld>
            <a:endParaRPr lang="en-US" dirty="0"/>
          </a:p>
        </p:txBody>
      </p:sp>
      <p:sp>
        <p:nvSpPr>
          <p:cNvPr id="14" name="TextBox 13"/>
          <p:cNvSpPr txBox="1"/>
          <p:nvPr/>
        </p:nvSpPr>
        <p:spPr>
          <a:xfrm>
            <a:off x="2411089" y="648005"/>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5" name="TextBox 14"/>
          <p:cNvSpPr txBox="1"/>
          <p:nvPr/>
        </p:nvSpPr>
        <p:spPr>
          <a:xfrm>
            <a:off x="10892711" y="2905306"/>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797743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8" y="2438402"/>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DC537944-6942-4B0B-BFC1-68BF83A1AA85}" type="datetime1">
              <a:rPr lang="en-US" smtClean="0">
                <a:solidFill>
                  <a:prstClr val="black">
                    <a:tint val="75000"/>
                  </a:prstClr>
                </a:solidFill>
              </a:rPr>
              <a:t>9/22/2026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1"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216446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887" y="5181600"/>
            <a:ext cx="891772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B8AB04-C5BB-4170-A7FF-D0F969DBD64A}" type="datetime1">
              <a:rPr lang="en-US" smtClean="0">
                <a:solidFill>
                  <a:prstClr val="black">
                    <a:tint val="75000"/>
                  </a:prstClr>
                </a:solidFill>
              </a:rPr>
              <a:t>9/22/2026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2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
        <p:nvSpPr>
          <p:cNvPr id="11" name="TextBox 10"/>
          <p:cNvSpPr txBox="1"/>
          <p:nvPr/>
        </p:nvSpPr>
        <p:spPr>
          <a:xfrm>
            <a:off x="2411089" y="648005"/>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
        <p:nvSpPr>
          <p:cNvPr id="12" name="TextBox 11"/>
          <p:cNvSpPr txBox="1"/>
          <p:nvPr/>
        </p:nvSpPr>
        <p:spPr>
          <a:xfrm>
            <a:off x="10892711" y="2905306"/>
            <a:ext cx="609759" cy="58477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w="3175" cmpd="sng">
                  <a:noFill/>
                </a:ln>
                <a:solidFill>
                  <a:srgbClr val="A53010"/>
                </a:solidFill>
                <a:effectLst/>
                <a:uLnTx/>
                <a:uFillTx/>
                <a:latin typeface="Arial"/>
                <a:ea typeface="+mn-ea"/>
                <a:cs typeface="+mn-cs"/>
              </a:rPr>
              <a:t>”</a:t>
            </a:r>
          </a:p>
        </p:txBody>
      </p:sp>
    </p:spTree>
    <p:extLst>
      <p:ext uri="{BB962C8B-B14F-4D97-AF65-F5344CB8AC3E}">
        <p14:creationId xmlns:p14="http://schemas.microsoft.com/office/powerpoint/2010/main" val="311791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8"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31BA165-8436-4FB3-B77A-6ECD96BB9B5F}" type="datetime1">
              <a:rPr lang="en-US" smtClean="0">
                <a:solidFill>
                  <a:prstClr val="black">
                    <a:tint val="75000"/>
                  </a:prstClr>
                </a:solidFill>
              </a:rPr>
              <a:t>9/22/2026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420527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FE6277-62AC-49E3-B084-7B10E935C400}"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846455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1380" y="627407"/>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7"/>
            <a:ext cx="6288464"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FF98F1-DB0A-4DB6-8CDF-E4C86FDD4859}"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084030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609600" y="1524000"/>
            <a:ext cx="10972800" cy="1524000"/>
          </a:xfrm>
          <a:prstGeom prst="rect">
            <a:avLst/>
          </a:prstGeom>
        </p:spPr>
        <p:txBody>
          <a:bodyPr tIns="0" bIns="0" anchor="b" anchorCtr="0"/>
          <a:lstStyle>
            <a:lvl1pPr algn="r">
              <a:lnSpc>
                <a:spcPts val="56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a:t>Presentation Title</a:t>
            </a:r>
          </a:p>
        </p:txBody>
      </p:sp>
      <p:sp>
        <p:nvSpPr>
          <p:cNvPr id="7" name="Subtitle 16"/>
          <p:cNvSpPr>
            <a:spLocks noGrp="1"/>
          </p:cNvSpPr>
          <p:nvPr>
            <p:ph type="subTitle" idx="1" hasCustomPrompt="1"/>
          </p:nvPr>
        </p:nvSpPr>
        <p:spPr>
          <a:xfrm>
            <a:off x="609600" y="3240880"/>
            <a:ext cx="10972800" cy="569120"/>
          </a:xfrm>
          <a:prstGeom prst="rect">
            <a:avLst/>
          </a:prstGeom>
        </p:spPr>
        <p:txBody>
          <a:bodyPr lIns="90000" tIns="0" rIns="9000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Presentation Subtitle</a:t>
            </a:r>
          </a:p>
        </p:txBody>
      </p:sp>
      <p:sp>
        <p:nvSpPr>
          <p:cNvPr id="5" name="Picture Placeholder 4"/>
          <p:cNvSpPr>
            <a:spLocks noGrp="1"/>
          </p:cNvSpPr>
          <p:nvPr>
            <p:ph type="pic" sz="quarter" idx="16" hasCustomPrompt="1"/>
          </p:nvPr>
        </p:nvSpPr>
        <p:spPr>
          <a:xfrm>
            <a:off x="5689600" y="4572000"/>
            <a:ext cx="5892800" cy="1905000"/>
          </a:xfrm>
          <a:prstGeom prst="rect">
            <a:avLst/>
          </a:prstGeom>
        </p:spPr>
        <p:txBody>
          <a:bodyPr/>
          <a:lstStyle>
            <a:lvl1pPr marL="0" indent="0">
              <a:buNone/>
              <a:defRPr/>
            </a:lvl1pPr>
          </a:lstStyle>
          <a:p>
            <a:r>
              <a:rPr lang="en-US" dirty="0"/>
              <a:t>Insert a Picture Here</a:t>
            </a:r>
          </a:p>
        </p:txBody>
      </p:sp>
      <p:sp>
        <p:nvSpPr>
          <p:cNvPr id="18" name="Text Placeholder 6"/>
          <p:cNvSpPr>
            <a:spLocks noGrp="1"/>
          </p:cNvSpPr>
          <p:nvPr>
            <p:ph type="body" sz="quarter" idx="10" hasCustomPrompt="1"/>
          </p:nvPr>
        </p:nvSpPr>
        <p:spPr>
          <a:xfrm>
            <a:off x="609599" y="5496290"/>
            <a:ext cx="5320684" cy="400110"/>
          </a:xfrm>
          <a:prstGeom prst="rect">
            <a:avLst/>
          </a:prstGeom>
          <a:noFill/>
        </p:spPr>
        <p:txBody>
          <a:bodyPr wrap="square" rtlCol="0">
            <a:spAutoFit/>
          </a:bodyPr>
          <a:lstStyle>
            <a:lvl1pPr marL="319088" indent="-319088">
              <a:buNone/>
              <a:defRPr lang="en-US" sz="2000" dirty="0">
                <a:solidFill>
                  <a:schemeClr val="tx2">
                    <a:lumMod val="20000"/>
                    <a:lumOff val="80000"/>
                  </a:schemeClr>
                </a:solidFill>
                <a:latin typeface="Corbel" pitchFamily="34" charset="0"/>
              </a:defRPr>
            </a:lvl1pPr>
          </a:lstStyle>
          <a:p>
            <a:pPr marL="0" lvl="0" indent="0" eaLnBrk="1" hangingPunct="1">
              <a:spcBef>
                <a:spcPct val="0"/>
              </a:spcBef>
            </a:pPr>
            <a:r>
              <a:rPr lang="en-US" sz="2000" dirty="0">
                <a:solidFill>
                  <a:schemeClr val="tx2">
                    <a:lumMod val="20000"/>
                    <a:lumOff val="80000"/>
                  </a:schemeClr>
                </a:solidFill>
              </a:rPr>
              <a:t>Learning &amp; Development</a:t>
            </a:r>
          </a:p>
        </p:txBody>
      </p:sp>
      <p:sp>
        <p:nvSpPr>
          <p:cNvPr id="19" name="Text Placeholder 7"/>
          <p:cNvSpPr>
            <a:spLocks noGrp="1"/>
          </p:cNvSpPr>
          <p:nvPr>
            <p:ph type="body" sz="quarter" idx="11" hasCustomPrompt="1"/>
          </p:nvPr>
        </p:nvSpPr>
        <p:spPr>
          <a:xfrm>
            <a:off x="609599" y="5801090"/>
            <a:ext cx="5320684" cy="369332"/>
          </a:xfrm>
          <a:prstGeom prst="rect">
            <a:avLst/>
          </a:prstGeom>
          <a:noFill/>
        </p:spPr>
        <p:txBody>
          <a:bodyPr wrap="square" rtlCol="0">
            <a:spAutoFit/>
          </a:bodyPr>
          <a:lstStyle>
            <a:lvl1pPr marL="319088" indent="-319088">
              <a:buNone/>
              <a:defRPr lang="en-US" sz="1800" dirty="0">
                <a:solidFill>
                  <a:schemeClr val="tx2">
                    <a:lumMod val="20000"/>
                    <a:lumOff val="80000"/>
                  </a:schemeClr>
                </a:solidFill>
                <a:latin typeface="Corbel" pitchFamily="34" charset="0"/>
              </a:defRPr>
            </a:lvl1pPr>
          </a:lstStyle>
          <a:p>
            <a:pPr marL="0" lvl="0" indent="0" eaLnBrk="1" hangingPunct="1">
              <a:spcBef>
                <a:spcPct val="0"/>
              </a:spcBef>
            </a:pPr>
            <a:r>
              <a:rPr lang="en-US" sz="1800" dirty="0"/>
              <a:t>http://academy.telerik.com</a:t>
            </a:r>
          </a:p>
        </p:txBody>
      </p:sp>
      <p:sp>
        <p:nvSpPr>
          <p:cNvPr id="20" name="Text Placeholder 13"/>
          <p:cNvSpPr>
            <a:spLocks noGrp="1"/>
          </p:cNvSpPr>
          <p:nvPr>
            <p:ph type="body" sz="quarter" idx="12" hasCustomPrompt="1"/>
          </p:nvPr>
        </p:nvSpPr>
        <p:spPr>
          <a:xfrm>
            <a:off x="609599" y="5121650"/>
            <a:ext cx="5320684" cy="461665"/>
          </a:xfrm>
          <a:prstGeom prst="rect">
            <a:avLst/>
          </a:prstGeom>
          <a:noFill/>
        </p:spPr>
        <p:txBody>
          <a:bodyPr wrap="square" rtlCol="0">
            <a:spAutoFit/>
          </a:bodyPr>
          <a:lstStyle>
            <a:lvl1pPr marL="0" indent="0">
              <a:buNone/>
              <a:defRPr lang="en-US" sz="2400" dirty="0">
                <a:solidFill>
                  <a:schemeClr val="tx2">
                    <a:lumMod val="50000"/>
                  </a:schemeClr>
                </a:solidFill>
                <a:latin typeface="Corbel" pitchFamily="34" charset="0"/>
              </a:defRPr>
            </a:lvl1pPr>
          </a:lstStyle>
          <a:p>
            <a:pPr lvl="0" eaLnBrk="1" hangingPunct="1">
              <a:spcBef>
                <a:spcPct val="0"/>
              </a:spcBef>
            </a:pPr>
            <a:r>
              <a:rPr lang="en-US" sz="2400" dirty="0">
                <a:solidFill>
                  <a:schemeClr val="tx2">
                    <a:lumMod val="50000"/>
                  </a:schemeClr>
                </a:solidFill>
                <a:latin typeface="Corbel" pitchFamily="34" charset="0"/>
              </a:rPr>
              <a:t>Telerik Software Academy</a:t>
            </a:r>
          </a:p>
        </p:txBody>
      </p:sp>
    </p:spTree>
    <p:extLst>
      <p:ext uri="{BB962C8B-B14F-4D97-AF65-F5344CB8AC3E}">
        <p14:creationId xmlns:p14="http://schemas.microsoft.com/office/powerpoint/2010/main" val="2740520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15217" y="71439"/>
            <a:ext cx="8737600" cy="909637"/>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31800" y="1268414"/>
            <a:ext cx="5562600" cy="53292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68414"/>
            <a:ext cx="5562600" cy="53292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092035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Questions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438400" y="152400"/>
            <a:ext cx="9448800" cy="838200"/>
          </a:xfrm>
          <a:prstGeom prst="rect">
            <a:avLst/>
          </a:prstGeom>
        </p:spPr>
        <p:txBody>
          <a:bodyPr anchor="ctr" anchorCtr="0">
            <a:noAutofit/>
          </a:bodyPr>
          <a:lstStyle>
            <a:lvl1pPr algn="r" rtl="0" eaLnBrk="0" fontAlgn="base" hangingPunct="0">
              <a:lnSpc>
                <a:spcPts val="4000"/>
              </a:lnSpc>
              <a:spcBef>
                <a:spcPct val="0"/>
              </a:spcBef>
              <a:spcAft>
                <a:spcPct val="0"/>
              </a:spcAft>
              <a:defRPr lang="en-US" sz="4000" b="1" kern="1200" baseline="0" dirty="0">
                <a:ln w="500">
                  <a:noFill/>
                </a:ln>
                <a:solidFill>
                  <a:schemeClr val="tx2"/>
                </a:solidFill>
                <a:effectLst>
                  <a:outerShdw blurRad="38100" dist="38100" dir="2700000" algn="tl">
                    <a:srgbClr val="000000">
                      <a:alpha val="43137"/>
                    </a:srgbClr>
                  </a:outerShdw>
                  <a:reflection blurRad="12700" stA="20000" endPos="50000" dist="12700" dir="5400000" sy="-100000" algn="bl" rotWithShape="0"/>
                </a:effectLst>
                <a:latin typeface="+mj-lt"/>
                <a:ea typeface="+mj-ea"/>
                <a:cs typeface="+mj-cs"/>
              </a:defRPr>
            </a:lvl1pPr>
          </a:lstStyle>
          <a:p>
            <a:r>
              <a:rPr lang="en-US" dirty="0"/>
              <a:t>Presentation Title</a:t>
            </a:r>
          </a:p>
        </p:txBody>
      </p:sp>
      <p:sp>
        <p:nvSpPr>
          <p:cNvPr id="29" name="Text Placeholder 29"/>
          <p:cNvSpPr>
            <a:spLocks noGrp="1"/>
          </p:cNvSpPr>
          <p:nvPr>
            <p:ph type="body" sz="quarter" idx="10" hasCustomPrompt="1"/>
          </p:nvPr>
        </p:nvSpPr>
        <p:spPr>
          <a:xfrm>
            <a:off x="9605381" y="6400800"/>
            <a:ext cx="2428870" cy="369332"/>
          </a:xfrm>
          <a:prstGeom prst="rect">
            <a:avLst/>
          </a:prstGeom>
        </p:spPr>
        <p:txBody>
          <a:bodyPr wrap="none">
            <a:spAutoFit/>
          </a:bodyPr>
          <a:lstStyle>
            <a:lvl1pPr marL="0" indent="0" algn="r">
              <a:buNone/>
              <a:defRPr sz="1800"/>
            </a:lvl1pPr>
          </a:lstStyle>
          <a:p>
            <a:pPr lvl="0"/>
            <a:r>
              <a:rPr lang="en-US" dirty="0"/>
              <a:t>Course web site URL</a:t>
            </a:r>
          </a:p>
        </p:txBody>
      </p:sp>
    </p:spTree>
    <p:extLst>
      <p:ext uri="{BB962C8B-B14F-4D97-AF65-F5344CB8AC3E}">
        <p14:creationId xmlns:p14="http://schemas.microsoft.com/office/powerpoint/2010/main" val="1178795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6416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49" name="Group 48"/>
          <p:cNvGrpSpPr/>
          <p:nvPr/>
        </p:nvGrpSpPr>
        <p:grpSpPr>
          <a:xfrm>
            <a:off x="27228" y="285"/>
            <a:ext cx="2603029"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62" name="Rectangle 61"/>
          <p:cNvSpPr/>
          <p:nvPr/>
        </p:nvSpPr>
        <p:spPr>
          <a:xfrm>
            <a:off x="0" y="0"/>
            <a:ext cx="24384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3600" y="624110"/>
            <a:ext cx="87856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8" y="2133600"/>
            <a:ext cx="8789313"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3200" y="6135090"/>
            <a:ext cx="102184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36B935DC-A542-4F68-9609-06BC35BC2266}" type="datetime1">
              <a:rPr lang="en-US" smtClean="0">
                <a:solidFill>
                  <a:prstClr val="black">
                    <a:tint val="75000"/>
                  </a:prstClr>
                </a:solidFill>
              </a:rPr>
              <a:t>9/22/2026</a:t>
            </a:fld>
            <a:endParaRPr lang="en-US" dirty="0">
              <a:solidFill>
                <a:prstClr val="black">
                  <a:tint val="75000"/>
                </a:prstClr>
              </a:solidFill>
            </a:endParaRPr>
          </a:p>
        </p:txBody>
      </p:sp>
      <p:sp>
        <p:nvSpPr>
          <p:cNvPr id="5" name="Footer Placeholder 4"/>
          <p:cNvSpPr>
            <a:spLocks noGrp="1"/>
          </p:cNvSpPr>
          <p:nvPr>
            <p:ph type="ftr" sz="quarter" idx="3"/>
          </p:nvPr>
        </p:nvSpPr>
        <p:spPr>
          <a:xfrm>
            <a:off x="2589887" y="6135810"/>
            <a:ext cx="7621984"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p:cNvSpPr>
            <a:spLocks noGrp="1"/>
          </p:cNvSpPr>
          <p:nvPr>
            <p:ph type="sldNum" sz="quarter" idx="4"/>
          </p:nvPr>
        </p:nvSpPr>
        <p:spPr bwMode="gray">
          <a:xfrm>
            <a:off x="681637" y="787784"/>
            <a:ext cx="779971" cy="365125"/>
          </a:xfrm>
          <a:prstGeom prst="rect">
            <a:avLst/>
          </a:prstGeom>
        </p:spPr>
        <p:txBody>
          <a:bodyPr vert="horz" lIns="91440" tIns="45720" rIns="91440" bIns="45720" rtlCol="0" anchor="ctr"/>
          <a:lstStyle>
            <a:lvl1pPr algn="r">
              <a:defRPr sz="2000">
                <a:solidFill>
                  <a:srgbClr val="FEFFFF"/>
                </a:solidFill>
              </a:defRPr>
            </a:lvl1p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16625002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hyperlink" Target="http://validator.w3.or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2.wdp"/></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hyperlink" Target="https://www.w3schools.com/html/html_blocks.asp"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www.w3schools.com/html/html_blocks.asp"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0" y="1853339"/>
            <a:ext cx="9144000" cy="2057400"/>
          </a:xfrm>
        </p:spPr>
        <p:txBody>
          <a:bodyPr anchor="ctr"/>
          <a:lstStyle/>
          <a:p>
            <a:pPr algn="ctr" eaLnBrk="1" hangingPunct="1"/>
            <a:r>
              <a:rPr lang="en-US" sz="6600" dirty="0"/>
              <a:t>Web Technologies</a:t>
            </a:r>
          </a:p>
        </p:txBody>
      </p:sp>
      <p:sp>
        <p:nvSpPr>
          <p:cNvPr id="3075" name="Rectangle 3"/>
          <p:cNvSpPr>
            <a:spLocks noGrp="1" noChangeArrowheads="1"/>
          </p:cNvSpPr>
          <p:nvPr>
            <p:ph type="subTitle" idx="1"/>
          </p:nvPr>
        </p:nvSpPr>
        <p:spPr>
          <a:xfrm>
            <a:off x="2895600" y="4263326"/>
            <a:ext cx="6400800" cy="1981200"/>
          </a:xfrm>
        </p:spPr>
        <p:txBody>
          <a:bodyPr>
            <a:normAutofit/>
          </a:bodyPr>
          <a:lstStyle/>
          <a:p>
            <a:pPr eaLnBrk="1" hangingPunct="1">
              <a:lnSpc>
                <a:spcPct val="80000"/>
              </a:lnSpc>
            </a:pPr>
            <a:r>
              <a:rPr lang="en-US" sz="2000" dirty="0" err="1" smtClean="0">
                <a:solidFill>
                  <a:schemeClr val="tx1"/>
                </a:solidFill>
              </a:rPr>
              <a:t>Irshad</a:t>
            </a:r>
            <a:r>
              <a:rPr lang="en-US" sz="2000" dirty="0" smtClean="0">
                <a:solidFill>
                  <a:schemeClr val="tx1"/>
                </a:solidFill>
              </a:rPr>
              <a:t> </a:t>
            </a:r>
            <a:r>
              <a:rPr lang="en-US" sz="2000" dirty="0" err="1" smtClean="0">
                <a:solidFill>
                  <a:schemeClr val="tx1"/>
                </a:solidFill>
              </a:rPr>
              <a:t>Ullah</a:t>
            </a:r>
            <a:endParaRPr lang="en-US" sz="2000" dirty="0">
              <a:solidFill>
                <a:schemeClr val="tx1"/>
              </a:solidFill>
            </a:endParaRPr>
          </a:p>
          <a:p>
            <a:pPr>
              <a:lnSpc>
                <a:spcPct val="80000"/>
              </a:lnSpc>
            </a:pPr>
            <a:r>
              <a:rPr lang="en-US" dirty="0"/>
              <a:t>Department of Computer Science</a:t>
            </a:r>
          </a:p>
          <a:p>
            <a:pPr>
              <a:lnSpc>
                <a:spcPct val="80000"/>
              </a:lnSpc>
            </a:pPr>
            <a:r>
              <a:rPr lang="en-US" dirty="0"/>
              <a:t>COMSATS University Islamabad, </a:t>
            </a:r>
            <a:r>
              <a:rPr lang="en-US" dirty="0" err="1"/>
              <a:t>Attock</a:t>
            </a:r>
            <a:r>
              <a:rPr lang="en-US" dirty="0"/>
              <a:t> Campus</a:t>
            </a:r>
            <a:endParaRPr lang="en-US" cap="none" dirty="0">
              <a:solidFill>
                <a:schemeClr val="tx1"/>
              </a:solidFill>
            </a:endParaRPr>
          </a:p>
          <a:p>
            <a:pPr eaLnBrk="1" hangingPunct="1">
              <a:lnSpc>
                <a:spcPct val="80000"/>
              </a:lnSpc>
            </a:pPr>
            <a:endParaRPr lang="en-US" sz="4000" dirty="0"/>
          </a:p>
          <a:p>
            <a:pPr eaLnBrk="1" hangingPunct="1">
              <a:lnSpc>
                <a:spcPct val="80000"/>
              </a:lnSpc>
            </a:pPr>
            <a:endParaRPr lang="en-US" sz="4000" dirty="0"/>
          </a:p>
        </p:txBody>
      </p:sp>
      <p:sp>
        <p:nvSpPr>
          <p:cNvPr id="2" name="Footer Placeholder 1"/>
          <p:cNvSpPr>
            <a:spLocks noGrp="1"/>
          </p:cNvSpPr>
          <p:nvPr>
            <p:ph type="ftr" sz="quarter" idx="11"/>
          </p:nvPr>
        </p:nvSpPr>
        <p:spPr>
          <a:xfrm>
            <a:off x="2589887" y="6492875"/>
            <a:ext cx="7621984" cy="365125"/>
          </a:xfrm>
        </p:spPr>
        <p:txBody>
          <a:bodyPr/>
          <a:lstStyle/>
          <a:p>
            <a:pPr algn="ctr"/>
            <a:r>
              <a:rPr lang="en-US">
                <a:solidFill>
                  <a:prstClr val="black">
                    <a:tint val="75000"/>
                  </a:prstClr>
                </a:solidFill>
                <a:latin typeface="Century Gothic" panose="020B0502020202020204"/>
              </a:rPr>
              <a:t>Department of Computer Science, COMSATS University Islamabad, Attock Campus</a:t>
            </a:r>
            <a:endParaRPr lang="en-US" dirty="0">
              <a:solidFill>
                <a:prstClr val="black">
                  <a:tint val="75000"/>
                </a:prstClr>
              </a:solidFill>
              <a:latin typeface="Century Gothic" panose="020B0502020202020204"/>
            </a:endParaRPr>
          </a:p>
        </p:txBody>
      </p:sp>
      <p:sp>
        <p:nvSpPr>
          <p:cNvPr id="3" name="Slide Number Placeholder 2">
            <a:extLst>
              <a:ext uri="{FF2B5EF4-FFF2-40B4-BE49-F238E27FC236}">
                <a16:creationId xmlns="" xmlns:a16="http://schemas.microsoft.com/office/drawing/2014/main" id="{C0CB042F-078C-4FA2-B8ED-7FF980739138}"/>
              </a:ext>
            </a:extLst>
          </p:cNvPr>
          <p:cNvSpPr>
            <a:spLocks noGrp="1"/>
          </p:cNvSpPr>
          <p:nvPr>
            <p:ph type="sldNum" sz="quarter" idx="12"/>
          </p:nvPr>
        </p:nvSpPr>
        <p:spPr/>
        <p:txBody>
          <a:bodyPr/>
          <a:lstStyle/>
          <a:p>
            <a:fld id="{D57F1E4F-1CFF-5643-939E-02111984F565}" type="slidenum">
              <a:rPr lang="en-US" smtClean="0"/>
              <a:pPr/>
              <a:t>1</a:t>
            </a:fld>
            <a:endParaRPr lang="en-US" dirty="0"/>
          </a:p>
        </p:txBody>
      </p:sp>
    </p:spTree>
    <p:extLst>
      <p:ext uri="{BB962C8B-B14F-4D97-AF65-F5344CB8AC3E}">
        <p14:creationId xmlns:p14="http://schemas.microsoft.com/office/powerpoint/2010/main" val="114353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64360" y="685800"/>
            <a:ext cx="3148619" cy="523220"/>
          </a:xfrm>
          <a:prstGeom prst="rect">
            <a:avLst/>
          </a:prstGeom>
          <a:noFill/>
        </p:spPr>
        <p:txBody>
          <a:bodyPr wrap="none">
            <a:spAutoFit/>
          </a:bodyPr>
          <a:lstStyle/>
          <a:p>
            <a:pPr>
              <a:defRPr sz="2800" b="1"/>
            </a:pPr>
            <a:r>
              <a:rPr lang="en-US" dirty="0"/>
              <a:t>Table of contents</a:t>
            </a:r>
            <a:endParaRPr dirty="0"/>
          </a:p>
        </p:txBody>
      </p:sp>
      <p:sp>
        <p:nvSpPr>
          <p:cNvPr id="4" name="TextBox 3"/>
          <p:cNvSpPr txBox="1"/>
          <p:nvPr/>
        </p:nvSpPr>
        <p:spPr>
          <a:xfrm>
            <a:off x="1864360" y="1371600"/>
            <a:ext cx="9669207" cy="4760278"/>
          </a:xfrm>
          <a:prstGeom prst="rect">
            <a:avLst/>
          </a:prstGeom>
          <a:noFill/>
        </p:spPr>
        <p:txBody>
          <a:bodyPr wrap="square">
            <a:spAutoFit/>
          </a:bodyPr>
          <a:lstStyle/>
          <a:p>
            <a:pPr>
              <a:spcAft>
                <a:spcPts val="1000"/>
              </a:spcAft>
              <a:defRPr sz="2000"/>
            </a:pPr>
            <a:r>
              <a:rPr dirty="0"/>
              <a:t>Markup</a:t>
            </a:r>
            <a:endParaRPr lang="en-US" dirty="0"/>
          </a:p>
          <a:p>
            <a:pPr>
              <a:spcAft>
                <a:spcPts val="1000"/>
              </a:spcAft>
              <a:defRPr sz="2000"/>
            </a:pPr>
            <a:r>
              <a:rPr lang="en-US" dirty="0"/>
              <a:t>Document</a:t>
            </a:r>
            <a:r>
              <a:rPr dirty="0"/>
              <a:t> structure</a:t>
            </a:r>
            <a:endParaRPr lang="en-US" dirty="0"/>
          </a:p>
          <a:p>
            <a:pPr>
              <a:spcAft>
                <a:spcPts val="1000"/>
              </a:spcAft>
              <a:defRPr sz="2000"/>
            </a:pPr>
            <a:r>
              <a:rPr lang="en-US" dirty="0"/>
              <a:t>E</a:t>
            </a:r>
            <a:r>
              <a:rPr dirty="0"/>
              <a:t>lements</a:t>
            </a:r>
            <a:endParaRPr lang="en-US" dirty="0"/>
          </a:p>
          <a:p>
            <a:pPr>
              <a:spcAft>
                <a:spcPts val="1000"/>
              </a:spcAft>
              <a:defRPr sz="2000"/>
            </a:pPr>
            <a:r>
              <a:rPr lang="en-US" dirty="0"/>
              <a:t>A</a:t>
            </a:r>
            <a:r>
              <a:rPr dirty="0"/>
              <a:t>ttributes</a:t>
            </a:r>
            <a:endParaRPr lang="en-US" dirty="0"/>
          </a:p>
          <a:p>
            <a:pPr>
              <a:spcAft>
                <a:spcPts val="1000"/>
              </a:spcAft>
              <a:defRPr sz="2000"/>
            </a:pPr>
            <a:r>
              <a:rPr lang="en-US" dirty="0"/>
              <a:t>L</a:t>
            </a:r>
            <a:r>
              <a:rPr dirty="0"/>
              <a:t>inks</a:t>
            </a:r>
            <a:endParaRPr lang="en-US" dirty="0"/>
          </a:p>
          <a:p>
            <a:pPr>
              <a:spcAft>
                <a:spcPts val="1000"/>
              </a:spcAft>
              <a:defRPr sz="2000"/>
            </a:pPr>
            <a:r>
              <a:rPr lang="en-US" dirty="0"/>
              <a:t>M</a:t>
            </a:r>
            <a:r>
              <a:rPr dirty="0"/>
              <a:t>edia</a:t>
            </a:r>
            <a:endParaRPr lang="en-US" dirty="0"/>
          </a:p>
          <a:p>
            <a:pPr>
              <a:spcAft>
                <a:spcPts val="1000"/>
              </a:spcAft>
              <a:defRPr sz="2000"/>
            </a:pPr>
            <a:r>
              <a:rPr lang="en-US" dirty="0"/>
              <a:t>T</a:t>
            </a:r>
            <a:r>
              <a:rPr dirty="0"/>
              <a:t>ables</a:t>
            </a:r>
            <a:endParaRPr lang="en-US" dirty="0"/>
          </a:p>
          <a:p>
            <a:pPr>
              <a:spcAft>
                <a:spcPts val="1000"/>
              </a:spcAft>
              <a:defRPr sz="2000"/>
            </a:pPr>
            <a:r>
              <a:rPr lang="en-US" dirty="0"/>
              <a:t>L</a:t>
            </a:r>
            <a:r>
              <a:rPr dirty="0"/>
              <a:t>ists</a:t>
            </a:r>
            <a:endParaRPr lang="en-US" dirty="0"/>
          </a:p>
          <a:p>
            <a:pPr>
              <a:spcAft>
                <a:spcPts val="1000"/>
              </a:spcAft>
              <a:defRPr sz="2000"/>
            </a:pPr>
            <a:r>
              <a:rPr dirty="0"/>
              <a:t>HTML5 and browser support</a:t>
            </a:r>
            <a:endParaRPr lang="en-US" dirty="0"/>
          </a:p>
          <a:p>
            <a:pPr>
              <a:spcAft>
                <a:spcPts val="1000"/>
              </a:spcAft>
              <a:defRPr sz="2000"/>
            </a:pPr>
            <a:r>
              <a:rPr lang="en-US" dirty="0"/>
              <a:t>Semantic HTML Elements</a:t>
            </a:r>
          </a:p>
          <a:p>
            <a:pPr>
              <a:spcAft>
                <a:spcPts val="1000"/>
              </a:spcAft>
              <a:defRPr sz="2000"/>
            </a:pPr>
            <a:r>
              <a:rPr lang="en-US" dirty="0"/>
              <a:t>HTML forms</a:t>
            </a:r>
            <a:endParaRPr dirty="0"/>
          </a:p>
        </p:txBody>
      </p:sp>
      <p:sp>
        <p:nvSpPr>
          <p:cNvPr id="2" name="Footer Placeholder 1">
            <a:extLst>
              <a:ext uri="{FF2B5EF4-FFF2-40B4-BE49-F238E27FC236}">
                <a16:creationId xmlns="" xmlns:a16="http://schemas.microsoft.com/office/drawing/2014/main" id="{776FD87F-FE1D-8B40-6DFA-BDA6D1BA740C}"/>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F9A6455B-2E59-53E9-2EE6-36915120A1D2}"/>
              </a:ext>
            </a:extLst>
          </p:cNvPr>
          <p:cNvSpPr>
            <a:spLocks noGrp="1"/>
          </p:cNvSpPr>
          <p:nvPr>
            <p:ph type="sldNum" sz="quarter" idx="12"/>
          </p:nvPr>
        </p:nvSpPr>
        <p:spPr/>
        <p:txBody>
          <a:bodyPr/>
          <a:lstStyle/>
          <a:p>
            <a:fld id="{D57F1E4F-1CFF-5643-939E-02111984F565}"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76120" y="705792"/>
            <a:ext cx="10972800" cy="685800"/>
          </a:xfrm>
          <a:prstGeom prst="rect">
            <a:avLst/>
          </a:prstGeom>
          <a:noFill/>
        </p:spPr>
        <p:txBody>
          <a:bodyPr wrap="none">
            <a:spAutoFit/>
          </a:bodyPr>
          <a:lstStyle/>
          <a:p>
            <a:pPr>
              <a:defRPr sz="2800" b="1"/>
            </a:pPr>
            <a:r>
              <a:rPr dirty="0"/>
              <a:t>What is HTML?</a:t>
            </a:r>
          </a:p>
        </p:txBody>
      </p:sp>
      <p:sp>
        <p:nvSpPr>
          <p:cNvPr id="4" name="TextBox 3"/>
          <p:cNvSpPr txBox="1"/>
          <p:nvPr/>
        </p:nvSpPr>
        <p:spPr>
          <a:xfrm>
            <a:off x="1976120" y="1391592"/>
            <a:ext cx="9718040" cy="3195747"/>
          </a:xfrm>
          <a:prstGeom prst="rect">
            <a:avLst/>
          </a:prstGeom>
          <a:noFill/>
        </p:spPr>
        <p:txBody>
          <a:bodyPr wrap="square">
            <a:spAutoFit/>
          </a:bodyPr>
          <a:lstStyle/>
          <a:p>
            <a:pPr>
              <a:spcAft>
                <a:spcPts val="1000"/>
              </a:spcAft>
              <a:defRPr sz="2000"/>
            </a:pPr>
            <a:r>
              <a:rPr dirty="0"/>
              <a:t>HTML = </a:t>
            </a:r>
            <a:r>
              <a:rPr dirty="0" err="1"/>
              <a:t>HyperText</a:t>
            </a:r>
            <a:r>
              <a:rPr dirty="0"/>
              <a:t> Markup Language</a:t>
            </a:r>
          </a:p>
          <a:p>
            <a:pPr>
              <a:spcAft>
                <a:spcPts val="1000"/>
              </a:spcAft>
              <a:defRPr sz="2000"/>
            </a:pPr>
            <a:r>
              <a:rPr dirty="0"/>
              <a:t>Standard markup language for structuring Web content</a:t>
            </a:r>
          </a:p>
          <a:p>
            <a:pPr>
              <a:spcAft>
                <a:spcPts val="1000"/>
              </a:spcAft>
              <a:defRPr sz="2000"/>
            </a:pPr>
            <a:r>
              <a:rPr dirty="0"/>
              <a:t>HTML describes what content is: headings, paragraphs, links, images, tables, media</a:t>
            </a:r>
          </a:p>
          <a:p>
            <a:pPr>
              <a:spcAft>
                <a:spcPts val="1000"/>
              </a:spcAft>
              <a:defRPr sz="2000"/>
            </a:pPr>
            <a:r>
              <a:rPr dirty="0"/>
              <a:t>HTML is a markup language, not a programming language</a:t>
            </a:r>
            <a:endParaRPr lang="en-US" dirty="0"/>
          </a:p>
          <a:p>
            <a:pPr>
              <a:spcAft>
                <a:spcPts val="1000"/>
              </a:spcAft>
              <a:defRPr sz="2000"/>
            </a:pPr>
            <a:endParaRPr lang="en-US" dirty="0"/>
          </a:p>
          <a:p>
            <a:pPr>
              <a:spcAft>
                <a:spcPts val="1000"/>
              </a:spcAft>
              <a:defRPr sz="2000"/>
            </a:pPr>
            <a:r>
              <a:rPr lang="en-US" dirty="0"/>
              <a:t>Markup language = text + special tags/notation that describe how the text is structured or presented.</a:t>
            </a:r>
            <a:endParaRPr dirty="0"/>
          </a:p>
        </p:txBody>
      </p:sp>
      <p:sp>
        <p:nvSpPr>
          <p:cNvPr id="2" name="Footer Placeholder 1">
            <a:extLst>
              <a:ext uri="{FF2B5EF4-FFF2-40B4-BE49-F238E27FC236}">
                <a16:creationId xmlns="" xmlns:a16="http://schemas.microsoft.com/office/drawing/2014/main" id="{5B875893-9E20-3415-DB87-00145083B407}"/>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22B81585-3080-4C0C-B89B-A8CD7FBE1B8E}"/>
              </a:ext>
            </a:extLst>
          </p:cNvPr>
          <p:cNvSpPr>
            <a:spLocks noGrp="1"/>
          </p:cNvSpPr>
          <p:nvPr>
            <p:ph type="sldNum" sz="quarter" idx="12"/>
          </p:nvPr>
        </p:nvSpPr>
        <p:spPr/>
        <p:txBody>
          <a:bodyPr/>
          <a:lstStyle/>
          <a:p>
            <a:fld id="{D57F1E4F-1CFF-5643-939E-02111984F565}"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3880" y="685800"/>
            <a:ext cx="10972800" cy="685800"/>
          </a:xfrm>
          <a:prstGeom prst="rect">
            <a:avLst/>
          </a:prstGeom>
          <a:noFill/>
        </p:spPr>
        <p:txBody>
          <a:bodyPr wrap="none">
            <a:spAutoFit/>
          </a:bodyPr>
          <a:lstStyle/>
          <a:p>
            <a:pPr>
              <a:defRPr sz="2800" b="1"/>
            </a:pPr>
            <a:r>
              <a:rPr dirty="0"/>
              <a:t>What is Markup?</a:t>
            </a:r>
          </a:p>
        </p:txBody>
      </p:sp>
      <p:sp>
        <p:nvSpPr>
          <p:cNvPr id="4" name="TextBox 3"/>
          <p:cNvSpPr txBox="1"/>
          <p:nvPr/>
        </p:nvSpPr>
        <p:spPr>
          <a:xfrm>
            <a:off x="1833880" y="1371600"/>
            <a:ext cx="10698480" cy="5166360"/>
          </a:xfrm>
          <a:prstGeom prst="rect">
            <a:avLst/>
          </a:prstGeom>
          <a:noFill/>
        </p:spPr>
        <p:txBody>
          <a:bodyPr wrap="square">
            <a:spAutoFit/>
          </a:bodyPr>
          <a:lstStyle/>
          <a:p>
            <a:pPr>
              <a:spcAft>
                <a:spcPts val="1000"/>
              </a:spcAft>
              <a:defRPr sz="2000"/>
            </a:pPr>
            <a:r>
              <a:rPr dirty="0"/>
              <a:t>Markup adds information about the structure or meaning of content</a:t>
            </a:r>
          </a:p>
          <a:p>
            <a:pPr>
              <a:spcAft>
                <a:spcPts val="1000"/>
              </a:spcAft>
              <a:defRPr sz="2000"/>
            </a:pPr>
            <a:r>
              <a:rPr dirty="0"/>
              <a:t>Example: &lt;h1&gt; identifies a heading; &lt;p&gt; identifies a paragraph</a:t>
            </a:r>
          </a:p>
          <a:p>
            <a:pPr>
              <a:spcAft>
                <a:spcPts val="1000"/>
              </a:spcAft>
              <a:defRPr sz="2000"/>
            </a:pPr>
            <a:r>
              <a:rPr dirty="0"/>
              <a:t>HTML focuses on content structure and meaning rather than presentation alone</a:t>
            </a:r>
          </a:p>
        </p:txBody>
      </p:sp>
      <p:sp>
        <p:nvSpPr>
          <p:cNvPr id="5" name="Footer Placeholder 4">
            <a:extLst>
              <a:ext uri="{FF2B5EF4-FFF2-40B4-BE49-F238E27FC236}">
                <a16:creationId xmlns="" xmlns:a16="http://schemas.microsoft.com/office/drawing/2014/main" id="{5E2B1DC7-1FD5-2642-97EA-19477E579A96}"/>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A0266E13-74D5-0D6B-5DFB-09F6CFF22155}"/>
              </a:ext>
            </a:extLst>
          </p:cNvPr>
          <p:cNvSpPr>
            <a:spLocks noGrp="1"/>
          </p:cNvSpPr>
          <p:nvPr>
            <p:ph type="sldNum" sz="quarter" idx="12"/>
          </p:nvPr>
        </p:nvSpPr>
        <p:spPr/>
        <p:txBody>
          <a:bodyPr/>
          <a:lstStyle/>
          <a:p>
            <a:fld id="{D57F1E4F-1CFF-5643-939E-02111984F565}"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3880" y="624840"/>
            <a:ext cx="10972800" cy="685800"/>
          </a:xfrm>
          <a:prstGeom prst="rect">
            <a:avLst/>
          </a:prstGeom>
          <a:noFill/>
        </p:spPr>
        <p:txBody>
          <a:bodyPr wrap="none">
            <a:spAutoFit/>
          </a:bodyPr>
          <a:lstStyle/>
          <a:p>
            <a:pPr>
              <a:defRPr sz="2800" b="1"/>
            </a:pPr>
            <a:r>
              <a:rPr dirty="0"/>
              <a:t>Why Do We Need HTML?</a:t>
            </a:r>
          </a:p>
        </p:txBody>
      </p:sp>
      <p:sp>
        <p:nvSpPr>
          <p:cNvPr id="4" name="TextBox 3"/>
          <p:cNvSpPr txBox="1"/>
          <p:nvPr/>
        </p:nvSpPr>
        <p:spPr>
          <a:xfrm>
            <a:off x="1833880" y="1310640"/>
            <a:ext cx="10698480" cy="5166360"/>
          </a:xfrm>
          <a:prstGeom prst="rect">
            <a:avLst/>
          </a:prstGeom>
          <a:noFill/>
        </p:spPr>
        <p:txBody>
          <a:bodyPr wrap="square">
            <a:spAutoFit/>
          </a:bodyPr>
          <a:lstStyle/>
          <a:p>
            <a:pPr>
              <a:spcAft>
                <a:spcPts val="1000"/>
              </a:spcAft>
              <a:defRPr sz="2000"/>
            </a:pPr>
            <a:r>
              <a:rPr dirty="0"/>
              <a:t>Provides structure to webpage content</a:t>
            </a:r>
          </a:p>
          <a:p>
            <a:pPr>
              <a:spcAft>
                <a:spcPts val="1000"/>
              </a:spcAft>
              <a:defRPr sz="2000"/>
            </a:pPr>
            <a:r>
              <a:rPr dirty="0"/>
              <a:t>Helps browsers understand content</a:t>
            </a:r>
          </a:p>
          <a:p>
            <a:pPr>
              <a:spcAft>
                <a:spcPts val="1000"/>
              </a:spcAft>
              <a:defRPr sz="2000"/>
            </a:pPr>
            <a:r>
              <a:rPr dirty="0"/>
              <a:t>Supports accessibility and screen readers</a:t>
            </a:r>
          </a:p>
          <a:p>
            <a:pPr>
              <a:spcAft>
                <a:spcPts val="1000"/>
              </a:spcAft>
              <a:defRPr sz="2000"/>
            </a:pPr>
            <a:r>
              <a:rPr dirty="0"/>
              <a:t>Helps search engines understand page structure</a:t>
            </a:r>
          </a:p>
          <a:p>
            <a:pPr>
              <a:spcAft>
                <a:spcPts val="1000"/>
              </a:spcAft>
              <a:defRPr sz="2000"/>
            </a:pPr>
            <a:r>
              <a:rPr dirty="0"/>
              <a:t>Connects documents and embeds resources</a:t>
            </a:r>
          </a:p>
        </p:txBody>
      </p:sp>
      <p:sp>
        <p:nvSpPr>
          <p:cNvPr id="5" name="Footer Placeholder 4">
            <a:extLst>
              <a:ext uri="{FF2B5EF4-FFF2-40B4-BE49-F238E27FC236}">
                <a16:creationId xmlns="" xmlns:a16="http://schemas.microsoft.com/office/drawing/2014/main" id="{5BA30A2F-9A49-AA79-4B17-B78B81FF3291}"/>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FD843ACE-E98C-9144-F728-AFED3E55A51B}"/>
              </a:ext>
            </a:extLst>
          </p:cNvPr>
          <p:cNvSpPr>
            <a:spLocks noGrp="1"/>
          </p:cNvSpPr>
          <p:nvPr>
            <p:ph type="sldNum" sz="quarter" idx="12"/>
          </p:nvPr>
        </p:nvSpPr>
        <p:spPr/>
        <p:txBody>
          <a:bodyPr/>
          <a:lstStyle/>
          <a:p>
            <a:fld id="{D57F1E4F-1CFF-5643-939E-02111984F565}"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05000" y="706120"/>
            <a:ext cx="10972800" cy="685800"/>
          </a:xfrm>
          <a:prstGeom prst="rect">
            <a:avLst/>
          </a:prstGeom>
          <a:noFill/>
        </p:spPr>
        <p:txBody>
          <a:bodyPr wrap="none">
            <a:spAutoFit/>
          </a:bodyPr>
          <a:lstStyle/>
          <a:p>
            <a:pPr>
              <a:defRPr sz="2800" b="1"/>
            </a:pPr>
            <a:r>
              <a:rPr dirty="0"/>
              <a:t>HTML vs CSS vs JavaScript</a:t>
            </a:r>
          </a:p>
        </p:txBody>
      </p:sp>
      <p:sp>
        <p:nvSpPr>
          <p:cNvPr id="4" name="TextBox 3"/>
          <p:cNvSpPr txBox="1"/>
          <p:nvPr/>
        </p:nvSpPr>
        <p:spPr>
          <a:xfrm>
            <a:off x="1905000" y="1391920"/>
            <a:ext cx="10698480" cy="5166360"/>
          </a:xfrm>
          <a:prstGeom prst="rect">
            <a:avLst/>
          </a:prstGeom>
          <a:noFill/>
        </p:spPr>
        <p:txBody>
          <a:bodyPr wrap="square">
            <a:spAutoFit/>
          </a:bodyPr>
          <a:lstStyle/>
          <a:p>
            <a:pPr>
              <a:spcAft>
                <a:spcPts val="1000"/>
              </a:spcAft>
              <a:defRPr sz="2000"/>
            </a:pPr>
            <a:r>
              <a:rPr dirty="0"/>
              <a:t>HTML → structure</a:t>
            </a:r>
          </a:p>
          <a:p>
            <a:pPr>
              <a:spcAft>
                <a:spcPts val="1000"/>
              </a:spcAft>
              <a:defRPr sz="2000"/>
            </a:pPr>
            <a:r>
              <a:rPr dirty="0"/>
              <a:t>CSS → presentation and visual design</a:t>
            </a:r>
          </a:p>
          <a:p>
            <a:pPr>
              <a:spcAft>
                <a:spcPts val="1000"/>
              </a:spcAft>
              <a:defRPr sz="2000"/>
            </a:pPr>
            <a:r>
              <a:rPr dirty="0"/>
              <a:t>JavaScript → behavior and interactivity</a:t>
            </a:r>
          </a:p>
          <a:p>
            <a:pPr>
              <a:spcAft>
                <a:spcPts val="1000"/>
              </a:spcAft>
              <a:defRPr sz="2000"/>
            </a:pPr>
            <a:r>
              <a:rPr dirty="0"/>
              <a:t>Analogy: HTML = skeleton, CSS = appearance, JavaScript = behavior</a:t>
            </a:r>
          </a:p>
        </p:txBody>
      </p:sp>
      <p:sp>
        <p:nvSpPr>
          <p:cNvPr id="5" name="Footer Placeholder 4">
            <a:extLst>
              <a:ext uri="{FF2B5EF4-FFF2-40B4-BE49-F238E27FC236}">
                <a16:creationId xmlns="" xmlns:a16="http://schemas.microsoft.com/office/drawing/2014/main" id="{413D6BA3-CB01-E995-23AD-72341FDAB97B}"/>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78AE4532-9110-5117-FEF7-9CED98CCD43E}"/>
              </a:ext>
            </a:extLst>
          </p:cNvPr>
          <p:cNvSpPr>
            <a:spLocks noGrp="1"/>
          </p:cNvSpPr>
          <p:nvPr>
            <p:ph type="sldNum" sz="quarter" idx="12"/>
          </p:nvPr>
        </p:nvSpPr>
        <p:spPr/>
        <p:txBody>
          <a:bodyPr/>
          <a:lstStyle/>
          <a:p>
            <a:fld id="{D57F1E4F-1CFF-5643-939E-02111984F565}"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93240" y="695960"/>
            <a:ext cx="10972800" cy="685800"/>
          </a:xfrm>
          <a:prstGeom prst="rect">
            <a:avLst/>
          </a:prstGeom>
          <a:noFill/>
        </p:spPr>
        <p:txBody>
          <a:bodyPr wrap="none">
            <a:spAutoFit/>
          </a:bodyPr>
          <a:lstStyle/>
          <a:p>
            <a:pPr>
              <a:defRPr sz="2800" b="1"/>
            </a:pPr>
            <a:r>
              <a:rPr dirty="0"/>
              <a:t>Basic HTML Document</a:t>
            </a:r>
          </a:p>
        </p:txBody>
      </p:sp>
      <p:sp>
        <p:nvSpPr>
          <p:cNvPr id="4" name="TextBox 3"/>
          <p:cNvSpPr txBox="1"/>
          <p:nvPr/>
        </p:nvSpPr>
        <p:spPr>
          <a:xfrm>
            <a:off x="1793240" y="1381760"/>
            <a:ext cx="10698480" cy="5166360"/>
          </a:xfrm>
          <a:prstGeom prst="rect">
            <a:avLst/>
          </a:prstGeom>
          <a:noFill/>
        </p:spPr>
        <p:txBody>
          <a:bodyPr wrap="square">
            <a:spAutoFit/>
          </a:bodyPr>
          <a:lstStyle/>
          <a:p>
            <a:pPr>
              <a:spcAft>
                <a:spcPts val="1000"/>
              </a:spcAft>
              <a:defRPr sz="2000"/>
            </a:pPr>
            <a:r>
              <a:rPr dirty="0"/>
              <a:t>&lt;!DOCTYPE html&gt;</a:t>
            </a:r>
          </a:p>
          <a:p>
            <a:pPr>
              <a:spcAft>
                <a:spcPts val="1000"/>
              </a:spcAft>
              <a:defRPr sz="2000"/>
            </a:pPr>
            <a:r>
              <a:rPr dirty="0"/>
              <a:t>&lt;html&gt;</a:t>
            </a:r>
          </a:p>
          <a:p>
            <a:pPr>
              <a:spcAft>
                <a:spcPts val="1000"/>
              </a:spcAft>
              <a:defRPr sz="2000"/>
            </a:pPr>
            <a:r>
              <a:rPr dirty="0"/>
              <a:t>&lt;head&gt; ... &lt;/head&gt;</a:t>
            </a:r>
          </a:p>
          <a:p>
            <a:pPr>
              <a:spcAft>
                <a:spcPts val="1000"/>
              </a:spcAft>
              <a:defRPr sz="2000"/>
            </a:pPr>
            <a:r>
              <a:rPr dirty="0"/>
              <a:t>&lt;body&gt; ... &lt;/body&gt;</a:t>
            </a:r>
          </a:p>
          <a:p>
            <a:pPr>
              <a:spcAft>
                <a:spcPts val="1000"/>
              </a:spcAft>
              <a:defRPr sz="2000"/>
            </a:pPr>
            <a:r>
              <a:rPr dirty="0"/>
              <a:t>The browser interprets this structure and renders the webpage</a:t>
            </a:r>
          </a:p>
        </p:txBody>
      </p:sp>
      <p:sp>
        <p:nvSpPr>
          <p:cNvPr id="5" name="Footer Placeholder 4">
            <a:extLst>
              <a:ext uri="{FF2B5EF4-FFF2-40B4-BE49-F238E27FC236}">
                <a16:creationId xmlns="" xmlns:a16="http://schemas.microsoft.com/office/drawing/2014/main" id="{9DFA0FFA-1577-FBA2-2060-0F31E5BAF2F0}"/>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F31B419C-B483-6182-0C36-AE23117F01EA}"/>
              </a:ext>
            </a:extLst>
          </p:cNvPr>
          <p:cNvSpPr>
            <a:spLocks noGrp="1"/>
          </p:cNvSpPr>
          <p:nvPr>
            <p:ph type="sldNum" sz="quarter" idx="12"/>
          </p:nvPr>
        </p:nvSpPr>
        <p:spPr/>
        <p:txBody>
          <a:bodyPr/>
          <a:lstStyle/>
          <a:p>
            <a:fld id="{D57F1E4F-1CFF-5643-939E-02111984F565}"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3880" y="716280"/>
            <a:ext cx="10972800" cy="685800"/>
          </a:xfrm>
          <a:prstGeom prst="rect">
            <a:avLst/>
          </a:prstGeom>
          <a:noFill/>
        </p:spPr>
        <p:txBody>
          <a:bodyPr wrap="none">
            <a:spAutoFit/>
          </a:bodyPr>
          <a:lstStyle/>
          <a:p>
            <a:pPr>
              <a:defRPr sz="2800" b="1"/>
            </a:pPr>
            <a:r>
              <a:rPr dirty="0"/>
              <a:t>DOCTYPE</a:t>
            </a:r>
          </a:p>
        </p:txBody>
      </p:sp>
      <p:sp>
        <p:nvSpPr>
          <p:cNvPr id="4" name="TextBox 3"/>
          <p:cNvSpPr txBox="1"/>
          <p:nvPr/>
        </p:nvSpPr>
        <p:spPr>
          <a:xfrm>
            <a:off x="1833880" y="1402080"/>
            <a:ext cx="10698480" cy="5166360"/>
          </a:xfrm>
          <a:prstGeom prst="rect">
            <a:avLst/>
          </a:prstGeom>
          <a:noFill/>
        </p:spPr>
        <p:txBody>
          <a:bodyPr wrap="square">
            <a:spAutoFit/>
          </a:bodyPr>
          <a:lstStyle/>
          <a:p>
            <a:pPr>
              <a:spcAft>
                <a:spcPts val="1000"/>
              </a:spcAft>
              <a:defRPr sz="2000"/>
            </a:pPr>
            <a:r>
              <a:rPr dirty="0"/>
              <a:t>&lt;!DOCTYPE html&gt; declares a modern HTML document</a:t>
            </a:r>
          </a:p>
          <a:p>
            <a:pPr>
              <a:spcAft>
                <a:spcPts val="1000"/>
              </a:spcAft>
              <a:defRPr sz="2000"/>
            </a:pPr>
            <a:r>
              <a:rPr dirty="0"/>
              <a:t>Written at the beginning of the document</a:t>
            </a:r>
          </a:p>
          <a:p>
            <a:pPr>
              <a:spcAft>
                <a:spcPts val="1000"/>
              </a:spcAft>
              <a:defRPr sz="2000"/>
            </a:pPr>
            <a:r>
              <a:rPr dirty="0"/>
              <a:t>It is a declaration, not an HTML element</a:t>
            </a:r>
          </a:p>
          <a:p>
            <a:pPr>
              <a:spcAft>
                <a:spcPts val="1000"/>
              </a:spcAft>
              <a:defRPr sz="2000"/>
            </a:pPr>
            <a:r>
              <a:rPr dirty="0"/>
              <a:t>Helps browsers use standards mode</a:t>
            </a:r>
          </a:p>
          <a:p>
            <a:pPr>
              <a:spcAft>
                <a:spcPts val="1000"/>
              </a:spcAft>
              <a:defRPr sz="2000"/>
            </a:pPr>
            <a:r>
              <a:rPr dirty="0"/>
              <a:t>HTML5 uses the simple DOCTYPE shown above</a:t>
            </a:r>
          </a:p>
        </p:txBody>
      </p:sp>
      <p:sp>
        <p:nvSpPr>
          <p:cNvPr id="5" name="Footer Placeholder 4">
            <a:extLst>
              <a:ext uri="{FF2B5EF4-FFF2-40B4-BE49-F238E27FC236}">
                <a16:creationId xmlns="" xmlns:a16="http://schemas.microsoft.com/office/drawing/2014/main" id="{E5E6DBCB-DA6A-6EEC-7B06-1D32E6688CBD}"/>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4BD342F0-09F7-B921-F5E1-E49FF9F18B32}"/>
              </a:ext>
            </a:extLst>
          </p:cNvPr>
          <p:cNvSpPr>
            <a:spLocks noGrp="1"/>
          </p:cNvSpPr>
          <p:nvPr>
            <p:ph type="sldNum" sz="quarter" idx="12"/>
          </p:nvPr>
        </p:nvSpPr>
        <p:spPr/>
        <p:txBody>
          <a:bodyPr/>
          <a:lstStyle/>
          <a:p>
            <a:fld id="{D57F1E4F-1CFF-5643-939E-02111984F565}"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3880" y="655320"/>
            <a:ext cx="10972800" cy="685800"/>
          </a:xfrm>
          <a:prstGeom prst="rect">
            <a:avLst/>
          </a:prstGeom>
          <a:noFill/>
        </p:spPr>
        <p:txBody>
          <a:bodyPr wrap="none">
            <a:spAutoFit/>
          </a:bodyPr>
          <a:lstStyle/>
          <a:p>
            <a:pPr>
              <a:defRPr sz="2800" b="1"/>
            </a:pPr>
            <a:r>
              <a:rPr dirty="0"/>
              <a:t>The &lt;html&gt; Element</a:t>
            </a:r>
          </a:p>
        </p:txBody>
      </p:sp>
      <p:sp>
        <p:nvSpPr>
          <p:cNvPr id="4" name="TextBox 3"/>
          <p:cNvSpPr txBox="1"/>
          <p:nvPr/>
        </p:nvSpPr>
        <p:spPr>
          <a:xfrm>
            <a:off x="1833880" y="1341120"/>
            <a:ext cx="10698480" cy="5166360"/>
          </a:xfrm>
          <a:prstGeom prst="rect">
            <a:avLst/>
          </a:prstGeom>
          <a:noFill/>
        </p:spPr>
        <p:txBody>
          <a:bodyPr wrap="square">
            <a:spAutoFit/>
          </a:bodyPr>
          <a:lstStyle/>
          <a:p>
            <a:pPr>
              <a:spcAft>
                <a:spcPts val="1000"/>
              </a:spcAft>
              <a:defRPr sz="2000"/>
            </a:pPr>
            <a:r>
              <a:rPr dirty="0"/>
              <a:t>Root element of the HTML document</a:t>
            </a:r>
          </a:p>
          <a:p>
            <a:pPr>
              <a:spcAft>
                <a:spcPts val="1000"/>
              </a:spcAft>
              <a:defRPr sz="2000"/>
            </a:pPr>
            <a:r>
              <a:rPr dirty="0"/>
              <a:t>All document content except DOCTYPE is inside &lt;html&gt;</a:t>
            </a:r>
          </a:p>
          <a:p>
            <a:pPr>
              <a:spcAft>
                <a:spcPts val="1000"/>
              </a:spcAft>
              <a:defRPr sz="2000"/>
            </a:pPr>
            <a:r>
              <a:rPr dirty="0"/>
              <a:t>Use the lang attribute to identify the document language</a:t>
            </a:r>
          </a:p>
          <a:p>
            <a:pPr>
              <a:spcAft>
                <a:spcPts val="1000"/>
              </a:spcAft>
              <a:defRPr sz="2000"/>
            </a:pPr>
            <a:r>
              <a:rPr dirty="0"/>
              <a:t>Example: &lt;html lang="</a:t>
            </a:r>
            <a:r>
              <a:rPr dirty="0" err="1"/>
              <a:t>en</a:t>
            </a:r>
            <a:r>
              <a:rPr dirty="0"/>
              <a:t>"&gt;</a:t>
            </a:r>
          </a:p>
          <a:p>
            <a:pPr>
              <a:spcAft>
                <a:spcPts val="1000"/>
              </a:spcAft>
              <a:defRPr sz="2000"/>
            </a:pPr>
            <a:r>
              <a:rPr dirty="0"/>
              <a:t>Language information supports accessibility and search engines</a:t>
            </a:r>
          </a:p>
        </p:txBody>
      </p:sp>
      <p:sp>
        <p:nvSpPr>
          <p:cNvPr id="5" name="Footer Placeholder 4">
            <a:extLst>
              <a:ext uri="{FF2B5EF4-FFF2-40B4-BE49-F238E27FC236}">
                <a16:creationId xmlns="" xmlns:a16="http://schemas.microsoft.com/office/drawing/2014/main" id="{766E2B1B-9CDA-D717-8FA5-F762319E0687}"/>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2FC719B3-2783-D881-C8F2-3FBCCFDDD86E}"/>
              </a:ext>
            </a:extLst>
          </p:cNvPr>
          <p:cNvSpPr>
            <a:spLocks noGrp="1"/>
          </p:cNvSpPr>
          <p:nvPr>
            <p:ph type="sldNum" sz="quarter" idx="12"/>
          </p:nvPr>
        </p:nvSpPr>
        <p:spPr/>
        <p:txBody>
          <a:bodyPr/>
          <a:lstStyle/>
          <a:p>
            <a:fld id="{D57F1E4F-1CFF-5643-939E-02111984F565}"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5280" y="734060"/>
            <a:ext cx="10972800" cy="685800"/>
          </a:xfrm>
          <a:prstGeom prst="rect">
            <a:avLst/>
          </a:prstGeom>
          <a:noFill/>
        </p:spPr>
        <p:txBody>
          <a:bodyPr wrap="none">
            <a:spAutoFit/>
          </a:bodyPr>
          <a:lstStyle/>
          <a:p>
            <a:pPr>
              <a:defRPr sz="2800" b="1"/>
            </a:pPr>
            <a:r>
              <a:rPr dirty="0"/>
              <a:t>The &lt;head&gt; Section</a:t>
            </a:r>
          </a:p>
        </p:txBody>
      </p:sp>
      <p:sp>
        <p:nvSpPr>
          <p:cNvPr id="4" name="TextBox 3"/>
          <p:cNvSpPr txBox="1"/>
          <p:nvPr/>
        </p:nvSpPr>
        <p:spPr>
          <a:xfrm>
            <a:off x="1835280" y="1419860"/>
            <a:ext cx="10698480" cy="5166360"/>
          </a:xfrm>
          <a:prstGeom prst="rect">
            <a:avLst/>
          </a:prstGeom>
          <a:noFill/>
        </p:spPr>
        <p:txBody>
          <a:bodyPr wrap="square">
            <a:spAutoFit/>
          </a:bodyPr>
          <a:lstStyle/>
          <a:p>
            <a:pPr>
              <a:spcAft>
                <a:spcPts val="1000"/>
              </a:spcAft>
              <a:defRPr sz="2000"/>
            </a:pPr>
            <a:r>
              <a:rPr dirty="0"/>
              <a:t>Contains metadata and information about the document</a:t>
            </a:r>
          </a:p>
          <a:p>
            <a:pPr>
              <a:spcAft>
                <a:spcPts val="1000"/>
              </a:spcAft>
              <a:defRPr sz="2000"/>
            </a:pPr>
            <a:r>
              <a:rPr dirty="0"/>
              <a:t>Common elements: &lt;title&gt;, &lt;meta&gt;, &lt;link&gt;, &lt;style&gt;, &lt;script&gt;</a:t>
            </a:r>
          </a:p>
          <a:p>
            <a:pPr>
              <a:spcAft>
                <a:spcPts val="1000"/>
              </a:spcAft>
              <a:defRPr sz="2000"/>
            </a:pPr>
            <a:r>
              <a:rPr dirty="0"/>
              <a:t>Most head content is not directly visible in the webpage</a:t>
            </a:r>
          </a:p>
          <a:p>
            <a:pPr>
              <a:spcAft>
                <a:spcPts val="1000"/>
              </a:spcAft>
              <a:defRPr sz="2000"/>
            </a:pPr>
            <a:r>
              <a:rPr dirty="0"/>
              <a:t>Example: &lt;meta charset="UTF-8"&gt; and &lt;title&gt;My Page&lt;/title&gt;</a:t>
            </a:r>
          </a:p>
        </p:txBody>
      </p:sp>
      <p:sp>
        <p:nvSpPr>
          <p:cNvPr id="5" name="Footer Placeholder 4">
            <a:extLst>
              <a:ext uri="{FF2B5EF4-FFF2-40B4-BE49-F238E27FC236}">
                <a16:creationId xmlns="" xmlns:a16="http://schemas.microsoft.com/office/drawing/2014/main" id="{FB0F2D3D-3247-9FE2-0139-BC62F3AE7255}"/>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A7BE0DC5-1863-1513-0C23-23A2C1BB35A2}"/>
              </a:ext>
            </a:extLst>
          </p:cNvPr>
          <p:cNvSpPr>
            <a:spLocks noGrp="1"/>
          </p:cNvSpPr>
          <p:nvPr>
            <p:ph type="sldNum" sz="quarter" idx="12"/>
          </p:nvPr>
        </p:nvSpPr>
        <p:spPr/>
        <p:txBody>
          <a:bodyPr/>
          <a:lstStyle/>
          <a:p>
            <a:fld id="{D57F1E4F-1CFF-5643-939E-02111984F565}"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64360" y="655320"/>
            <a:ext cx="10972800" cy="685800"/>
          </a:xfrm>
          <a:prstGeom prst="rect">
            <a:avLst/>
          </a:prstGeom>
          <a:noFill/>
        </p:spPr>
        <p:txBody>
          <a:bodyPr wrap="none">
            <a:spAutoFit/>
          </a:bodyPr>
          <a:lstStyle/>
          <a:p>
            <a:pPr>
              <a:defRPr sz="2800" b="1"/>
            </a:pPr>
            <a:r>
              <a:rPr dirty="0"/>
              <a:t>The &lt;body&gt; Section</a:t>
            </a:r>
          </a:p>
        </p:txBody>
      </p:sp>
      <p:sp>
        <p:nvSpPr>
          <p:cNvPr id="4" name="TextBox 3"/>
          <p:cNvSpPr txBox="1"/>
          <p:nvPr/>
        </p:nvSpPr>
        <p:spPr>
          <a:xfrm>
            <a:off x="1864360" y="1341120"/>
            <a:ext cx="10698480" cy="5166360"/>
          </a:xfrm>
          <a:prstGeom prst="rect">
            <a:avLst/>
          </a:prstGeom>
          <a:noFill/>
        </p:spPr>
        <p:txBody>
          <a:bodyPr wrap="square">
            <a:spAutoFit/>
          </a:bodyPr>
          <a:lstStyle/>
          <a:p>
            <a:pPr>
              <a:spcAft>
                <a:spcPts val="1000"/>
              </a:spcAft>
              <a:defRPr sz="2000"/>
            </a:pPr>
            <a:r>
              <a:rPr dirty="0"/>
              <a:t>Contains the visible/main webpage content</a:t>
            </a:r>
          </a:p>
          <a:p>
            <a:pPr>
              <a:spcAft>
                <a:spcPts val="1000"/>
              </a:spcAft>
              <a:defRPr sz="2000"/>
            </a:pPr>
            <a:r>
              <a:rPr dirty="0"/>
              <a:t>May include headings, paragraphs, images, links, lists, tables, forms and media</a:t>
            </a:r>
          </a:p>
          <a:p>
            <a:pPr>
              <a:spcAft>
                <a:spcPts val="1000"/>
              </a:spcAft>
              <a:defRPr sz="2000"/>
            </a:pPr>
            <a:r>
              <a:rPr dirty="0"/>
              <a:t>Example: &lt;h1&gt;Welcome&lt;/h1&gt; and &lt;p&gt;My first webpage.&lt;/p&gt;</a:t>
            </a:r>
          </a:p>
        </p:txBody>
      </p:sp>
      <p:sp>
        <p:nvSpPr>
          <p:cNvPr id="5" name="Footer Placeholder 4">
            <a:extLst>
              <a:ext uri="{FF2B5EF4-FFF2-40B4-BE49-F238E27FC236}">
                <a16:creationId xmlns="" xmlns:a16="http://schemas.microsoft.com/office/drawing/2014/main" id="{C72F7612-1E66-967A-1773-F0A47117ABAA}"/>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3DC40B82-6995-25B3-1BCD-D1A3B3CEF5F1}"/>
              </a:ext>
            </a:extLst>
          </p:cNvPr>
          <p:cNvSpPr>
            <a:spLocks noGrp="1"/>
          </p:cNvSpPr>
          <p:nvPr>
            <p:ph type="sldNum" sz="quarter" idx="12"/>
          </p:nvPr>
        </p:nvSpPr>
        <p:spPr/>
        <p:txBody>
          <a:bodyPr/>
          <a:lstStyle/>
          <a:p>
            <a:fld id="{D57F1E4F-1CFF-5643-939E-02111984F565}"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3880" y="736600"/>
            <a:ext cx="10972800" cy="685800"/>
          </a:xfrm>
          <a:prstGeom prst="rect">
            <a:avLst/>
          </a:prstGeom>
          <a:noFill/>
        </p:spPr>
        <p:txBody>
          <a:bodyPr wrap="none">
            <a:spAutoFit/>
          </a:bodyPr>
          <a:lstStyle/>
          <a:p>
            <a:pPr>
              <a:defRPr sz="2800" b="1"/>
            </a:pPr>
            <a:r>
              <a:rPr dirty="0"/>
              <a:t>Complete HTML5 Structure</a:t>
            </a:r>
          </a:p>
        </p:txBody>
      </p:sp>
      <p:sp>
        <p:nvSpPr>
          <p:cNvPr id="4" name="TextBox 3"/>
          <p:cNvSpPr txBox="1"/>
          <p:nvPr/>
        </p:nvSpPr>
        <p:spPr>
          <a:xfrm>
            <a:off x="1838960" y="1422400"/>
            <a:ext cx="10698480" cy="5166360"/>
          </a:xfrm>
          <a:prstGeom prst="rect">
            <a:avLst/>
          </a:prstGeom>
          <a:noFill/>
        </p:spPr>
        <p:txBody>
          <a:bodyPr wrap="square">
            <a:spAutoFit/>
          </a:bodyPr>
          <a:lstStyle/>
          <a:p>
            <a:pPr>
              <a:spcAft>
                <a:spcPts val="1000"/>
              </a:spcAft>
              <a:defRPr sz="2000"/>
            </a:pPr>
            <a:r>
              <a:rPr dirty="0"/>
              <a:t>DOCTYPE</a:t>
            </a:r>
          </a:p>
          <a:p>
            <a:pPr>
              <a:spcAft>
                <a:spcPts val="1000"/>
              </a:spcAft>
              <a:defRPr sz="2000"/>
            </a:pPr>
            <a:r>
              <a:rPr dirty="0"/>
              <a:t>&lt;html lang="</a:t>
            </a:r>
            <a:r>
              <a:rPr dirty="0" err="1"/>
              <a:t>en</a:t>
            </a:r>
            <a:r>
              <a:rPr dirty="0"/>
              <a:t>"&gt;</a:t>
            </a:r>
          </a:p>
          <a:p>
            <a:pPr>
              <a:spcAft>
                <a:spcPts val="1000"/>
              </a:spcAft>
              <a:defRPr sz="2000"/>
            </a:pPr>
            <a:r>
              <a:rPr dirty="0"/>
              <a:t>&lt;head&gt; → metadata, title</a:t>
            </a:r>
          </a:p>
          <a:p>
            <a:pPr>
              <a:spcAft>
                <a:spcPts val="1000"/>
              </a:spcAft>
              <a:defRPr sz="2000"/>
            </a:pPr>
            <a:r>
              <a:rPr dirty="0"/>
              <a:t>&lt;body&gt; → visible content</a:t>
            </a:r>
          </a:p>
          <a:p>
            <a:pPr>
              <a:spcAft>
                <a:spcPts val="1000"/>
              </a:spcAft>
              <a:defRPr sz="2000"/>
            </a:pPr>
            <a:r>
              <a:rPr dirty="0"/>
              <a:t>Think of the document as a tree: html → head + body</a:t>
            </a:r>
          </a:p>
        </p:txBody>
      </p:sp>
      <p:sp>
        <p:nvSpPr>
          <p:cNvPr id="5" name="Footer Placeholder 4">
            <a:extLst>
              <a:ext uri="{FF2B5EF4-FFF2-40B4-BE49-F238E27FC236}">
                <a16:creationId xmlns="" xmlns:a16="http://schemas.microsoft.com/office/drawing/2014/main" id="{5EC23307-07F1-83DB-2596-6E185FC4AE52}"/>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9EDED2B3-7FF9-3BCB-A32D-DE3F78768E48}"/>
              </a:ext>
            </a:extLst>
          </p:cNvPr>
          <p:cNvSpPr>
            <a:spLocks noGrp="1"/>
          </p:cNvSpPr>
          <p:nvPr>
            <p:ph type="sldNum" sz="quarter" idx="12"/>
          </p:nvPr>
        </p:nvSpPr>
        <p:spPr/>
        <p:txBody>
          <a:bodyPr/>
          <a:lstStyle/>
          <a:p>
            <a:fld id="{D57F1E4F-1CFF-5643-939E-02111984F565}"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13560" y="706120"/>
            <a:ext cx="10972800" cy="685800"/>
          </a:xfrm>
          <a:prstGeom prst="rect">
            <a:avLst/>
          </a:prstGeom>
          <a:noFill/>
        </p:spPr>
        <p:txBody>
          <a:bodyPr wrap="none">
            <a:spAutoFit/>
          </a:bodyPr>
          <a:lstStyle/>
          <a:p>
            <a:pPr>
              <a:defRPr sz="2800" b="1"/>
            </a:pPr>
            <a:r>
              <a:rPr dirty="0"/>
              <a:t>Elements and Tags</a:t>
            </a:r>
          </a:p>
        </p:txBody>
      </p:sp>
      <p:sp>
        <p:nvSpPr>
          <p:cNvPr id="4" name="TextBox 3"/>
          <p:cNvSpPr txBox="1"/>
          <p:nvPr/>
        </p:nvSpPr>
        <p:spPr>
          <a:xfrm>
            <a:off x="1813560" y="1391920"/>
            <a:ext cx="10698480" cy="5166360"/>
          </a:xfrm>
          <a:prstGeom prst="rect">
            <a:avLst/>
          </a:prstGeom>
          <a:noFill/>
        </p:spPr>
        <p:txBody>
          <a:bodyPr wrap="square">
            <a:spAutoFit/>
          </a:bodyPr>
          <a:lstStyle/>
          <a:p>
            <a:pPr>
              <a:spcAft>
                <a:spcPts val="1000"/>
              </a:spcAft>
              <a:defRPr sz="2000"/>
            </a:pPr>
            <a:r>
              <a:rPr dirty="0"/>
              <a:t>Tag: markup inside angle brackets, e.g. &lt;p&gt;</a:t>
            </a:r>
          </a:p>
          <a:p>
            <a:pPr>
              <a:spcAft>
                <a:spcPts val="1000"/>
              </a:spcAft>
              <a:defRPr sz="2000"/>
            </a:pPr>
            <a:r>
              <a:rPr dirty="0"/>
              <a:t>Element: opening tag + content + closing tag</a:t>
            </a:r>
          </a:p>
          <a:p>
            <a:pPr>
              <a:spcAft>
                <a:spcPts val="1000"/>
              </a:spcAft>
              <a:defRPr sz="2000"/>
            </a:pPr>
            <a:r>
              <a:rPr dirty="0"/>
              <a:t>Example: &lt;p&gt;Hello World&lt;/p&gt;</a:t>
            </a:r>
          </a:p>
          <a:p>
            <a:pPr>
              <a:spcAft>
                <a:spcPts val="1000"/>
              </a:spcAft>
              <a:defRPr sz="2000"/>
            </a:pPr>
            <a:r>
              <a:rPr dirty="0"/>
              <a:t>Opening tag: &lt;p&gt;</a:t>
            </a:r>
          </a:p>
          <a:p>
            <a:pPr>
              <a:spcAft>
                <a:spcPts val="1000"/>
              </a:spcAft>
              <a:defRPr sz="2000"/>
            </a:pPr>
            <a:r>
              <a:rPr dirty="0"/>
              <a:t>Closing tag: &lt;/p&gt;</a:t>
            </a:r>
          </a:p>
        </p:txBody>
      </p:sp>
      <p:sp>
        <p:nvSpPr>
          <p:cNvPr id="5" name="Footer Placeholder 4">
            <a:extLst>
              <a:ext uri="{FF2B5EF4-FFF2-40B4-BE49-F238E27FC236}">
                <a16:creationId xmlns="" xmlns:a16="http://schemas.microsoft.com/office/drawing/2014/main" id="{2BBBAABE-0242-C11C-CE1F-6A7F0EFDB84F}"/>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FBD84BFF-5EB2-F02D-3404-63724484CF4F}"/>
              </a:ext>
            </a:extLst>
          </p:cNvPr>
          <p:cNvSpPr>
            <a:spLocks noGrp="1"/>
          </p:cNvSpPr>
          <p:nvPr>
            <p:ph type="sldNum" sz="quarter" idx="12"/>
          </p:nvPr>
        </p:nvSpPr>
        <p:spPr/>
        <p:txBody>
          <a:bodyPr/>
          <a:lstStyle/>
          <a:p>
            <a:fld id="{D57F1E4F-1CFF-5643-939E-02111984F565}"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74520" y="675640"/>
            <a:ext cx="10972800" cy="685800"/>
          </a:xfrm>
          <a:prstGeom prst="rect">
            <a:avLst/>
          </a:prstGeom>
          <a:noFill/>
        </p:spPr>
        <p:txBody>
          <a:bodyPr wrap="none">
            <a:spAutoFit/>
          </a:bodyPr>
          <a:lstStyle/>
          <a:p>
            <a:pPr>
              <a:defRPr sz="2800" b="1"/>
            </a:pPr>
            <a:r>
              <a:rPr dirty="0"/>
              <a:t>Void Elements</a:t>
            </a:r>
          </a:p>
        </p:txBody>
      </p:sp>
      <p:sp>
        <p:nvSpPr>
          <p:cNvPr id="4" name="TextBox 3"/>
          <p:cNvSpPr txBox="1"/>
          <p:nvPr/>
        </p:nvSpPr>
        <p:spPr>
          <a:xfrm>
            <a:off x="1874520" y="1361440"/>
            <a:ext cx="9860280" cy="2144177"/>
          </a:xfrm>
          <a:prstGeom prst="rect">
            <a:avLst/>
          </a:prstGeom>
          <a:noFill/>
        </p:spPr>
        <p:txBody>
          <a:bodyPr wrap="square">
            <a:spAutoFit/>
          </a:bodyPr>
          <a:lstStyle/>
          <a:p>
            <a:pPr>
              <a:spcAft>
                <a:spcPts val="1000"/>
              </a:spcAft>
              <a:defRPr sz="2000"/>
            </a:pPr>
            <a:r>
              <a:rPr dirty="0"/>
              <a:t>Some HTML elements do not contain content and do not require closing tags</a:t>
            </a:r>
          </a:p>
          <a:p>
            <a:pPr>
              <a:spcAft>
                <a:spcPts val="1000"/>
              </a:spcAft>
              <a:defRPr sz="2000"/>
            </a:pPr>
            <a:endParaRPr lang="en-US" dirty="0"/>
          </a:p>
          <a:p>
            <a:pPr>
              <a:spcAft>
                <a:spcPts val="1000"/>
              </a:spcAft>
              <a:defRPr sz="2000"/>
            </a:pPr>
            <a:r>
              <a:rPr dirty="0"/>
              <a:t>Examples: &lt;</a:t>
            </a:r>
            <a:r>
              <a:rPr dirty="0" err="1"/>
              <a:t>br</a:t>
            </a:r>
            <a:r>
              <a:rPr dirty="0"/>
              <a:t>&gt;, &lt;</a:t>
            </a:r>
            <a:r>
              <a:rPr dirty="0" err="1"/>
              <a:t>hr</a:t>
            </a:r>
            <a:r>
              <a:rPr dirty="0"/>
              <a:t>&gt;, &lt;</a:t>
            </a:r>
            <a:r>
              <a:rPr dirty="0" err="1"/>
              <a:t>img</a:t>
            </a:r>
            <a:r>
              <a:rPr dirty="0"/>
              <a:t>&gt;, &lt;meta&gt;, &lt;link&gt;, &lt;input&gt;</a:t>
            </a:r>
          </a:p>
          <a:p>
            <a:pPr>
              <a:spcAft>
                <a:spcPts val="1000"/>
              </a:spcAft>
              <a:defRPr sz="2000"/>
            </a:pPr>
            <a:endParaRPr lang="en-US" dirty="0"/>
          </a:p>
          <a:p>
            <a:pPr>
              <a:spcAft>
                <a:spcPts val="1000"/>
              </a:spcAft>
              <a:defRPr sz="2000"/>
            </a:pPr>
            <a:r>
              <a:rPr dirty="0"/>
              <a:t>HTML5 commonly uses &lt;</a:t>
            </a:r>
            <a:r>
              <a:rPr dirty="0" err="1"/>
              <a:t>br</a:t>
            </a:r>
            <a:r>
              <a:rPr dirty="0"/>
              <a:t>&gt;, not XHTML-style &lt;</a:t>
            </a:r>
            <a:r>
              <a:rPr dirty="0" err="1"/>
              <a:t>br</a:t>
            </a:r>
            <a:r>
              <a:rPr dirty="0"/>
              <a:t> /&gt;</a:t>
            </a:r>
          </a:p>
        </p:txBody>
      </p:sp>
      <p:sp>
        <p:nvSpPr>
          <p:cNvPr id="5" name="Footer Placeholder 4">
            <a:extLst>
              <a:ext uri="{FF2B5EF4-FFF2-40B4-BE49-F238E27FC236}">
                <a16:creationId xmlns="" xmlns:a16="http://schemas.microsoft.com/office/drawing/2014/main" id="{D0658C39-37D6-E91E-EE1D-7EE42170E68F}"/>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B7CC33AB-AC41-E7B8-F0A8-2A8C18A55333}"/>
              </a:ext>
            </a:extLst>
          </p:cNvPr>
          <p:cNvSpPr>
            <a:spLocks noGrp="1"/>
          </p:cNvSpPr>
          <p:nvPr>
            <p:ph type="sldNum" sz="quarter" idx="12"/>
          </p:nvPr>
        </p:nvSpPr>
        <p:spPr/>
        <p:txBody>
          <a:bodyPr/>
          <a:lstStyle/>
          <a:p>
            <a:fld id="{D57F1E4F-1CFF-5643-939E-02111984F565}"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83080" y="706120"/>
            <a:ext cx="10972800" cy="685800"/>
          </a:xfrm>
          <a:prstGeom prst="rect">
            <a:avLst/>
          </a:prstGeom>
          <a:noFill/>
        </p:spPr>
        <p:txBody>
          <a:bodyPr wrap="none">
            <a:spAutoFit/>
          </a:bodyPr>
          <a:lstStyle/>
          <a:p>
            <a:pPr>
              <a:defRPr sz="2800" b="1"/>
            </a:pPr>
            <a:r>
              <a:rPr dirty="0"/>
              <a:t>Attributes</a:t>
            </a:r>
          </a:p>
        </p:txBody>
      </p:sp>
      <p:sp>
        <p:nvSpPr>
          <p:cNvPr id="4" name="TextBox 3"/>
          <p:cNvSpPr txBox="1"/>
          <p:nvPr/>
        </p:nvSpPr>
        <p:spPr>
          <a:xfrm>
            <a:off x="1783080" y="1391920"/>
            <a:ext cx="10698480" cy="5166360"/>
          </a:xfrm>
          <a:prstGeom prst="rect">
            <a:avLst/>
          </a:prstGeom>
          <a:noFill/>
        </p:spPr>
        <p:txBody>
          <a:bodyPr wrap="square">
            <a:spAutoFit/>
          </a:bodyPr>
          <a:lstStyle/>
          <a:p>
            <a:pPr>
              <a:spcAft>
                <a:spcPts val="1000"/>
              </a:spcAft>
              <a:defRPr sz="2000"/>
            </a:pPr>
            <a:r>
              <a:rPr dirty="0"/>
              <a:t>Attributes provide additional information about an element</a:t>
            </a:r>
          </a:p>
          <a:p>
            <a:pPr>
              <a:spcAft>
                <a:spcPts val="1000"/>
              </a:spcAft>
              <a:defRPr sz="2000"/>
            </a:pPr>
            <a:r>
              <a:rPr dirty="0"/>
              <a:t>General form: &lt;tag attribute="value"&gt;</a:t>
            </a:r>
          </a:p>
          <a:p>
            <a:pPr>
              <a:spcAft>
                <a:spcPts val="1000"/>
              </a:spcAft>
              <a:defRPr sz="2000"/>
            </a:pPr>
            <a:r>
              <a:rPr dirty="0"/>
              <a:t>Examples: </a:t>
            </a:r>
            <a:r>
              <a:rPr dirty="0" err="1"/>
              <a:t>href</a:t>
            </a:r>
            <a:r>
              <a:rPr dirty="0"/>
              <a:t>, </a:t>
            </a:r>
            <a:r>
              <a:rPr dirty="0" err="1"/>
              <a:t>src</a:t>
            </a:r>
            <a:r>
              <a:rPr dirty="0"/>
              <a:t>, alt, id, class, title, width, height</a:t>
            </a:r>
          </a:p>
          <a:p>
            <a:pPr>
              <a:spcAft>
                <a:spcPts val="1000"/>
              </a:spcAft>
              <a:defRPr sz="2000"/>
            </a:pPr>
            <a:r>
              <a:rPr dirty="0"/>
              <a:t>Example: &lt;a </a:t>
            </a:r>
            <a:r>
              <a:rPr dirty="0" err="1"/>
              <a:t>href</a:t>
            </a:r>
            <a:r>
              <a:rPr dirty="0"/>
              <a:t>="https://example.com"&gt;Example&lt;/a&gt;</a:t>
            </a:r>
          </a:p>
        </p:txBody>
      </p:sp>
      <p:sp>
        <p:nvSpPr>
          <p:cNvPr id="5" name="Footer Placeholder 4">
            <a:extLst>
              <a:ext uri="{FF2B5EF4-FFF2-40B4-BE49-F238E27FC236}">
                <a16:creationId xmlns="" xmlns:a16="http://schemas.microsoft.com/office/drawing/2014/main" id="{DA2CF074-8ACA-00C4-E0FE-EFF774C06210}"/>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AE4030D5-D415-C1D5-789D-1BCACDEECCC5}"/>
              </a:ext>
            </a:extLst>
          </p:cNvPr>
          <p:cNvSpPr>
            <a:spLocks noGrp="1"/>
          </p:cNvSpPr>
          <p:nvPr>
            <p:ph type="sldNum" sz="quarter" idx="12"/>
          </p:nvPr>
        </p:nvSpPr>
        <p:spPr/>
        <p:txBody>
          <a:bodyPr/>
          <a:lstStyle/>
          <a:p>
            <a:fld id="{D57F1E4F-1CFF-5643-939E-02111984F565}" type="slidenum">
              <a:rPr lang="en-US" smtClean="0"/>
              <a:pPr/>
              <a:t>15</a:t>
            </a:fld>
            <a:endParaRPr lang="en-US" dirty="0"/>
          </a:p>
        </p:txBody>
      </p:sp>
      <p:cxnSp>
        <p:nvCxnSpPr>
          <p:cNvPr id="8" name="Straight Arrow Connector 7">
            <a:extLst>
              <a:ext uri="{FF2B5EF4-FFF2-40B4-BE49-F238E27FC236}">
                <a16:creationId xmlns="" xmlns:a16="http://schemas.microsoft.com/office/drawing/2014/main" id="{EBAB2D8C-B439-45CE-5E6D-C5F66875949B}"/>
              </a:ext>
            </a:extLst>
          </p:cNvPr>
          <p:cNvCxnSpPr/>
          <p:nvPr/>
        </p:nvCxnSpPr>
        <p:spPr>
          <a:xfrm flipV="1">
            <a:off x="3728720" y="3119120"/>
            <a:ext cx="0" cy="1137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 xmlns:a16="http://schemas.microsoft.com/office/drawing/2014/main" id="{F3BC11C0-CB40-A15B-FEE9-6D29D4B444F9}"/>
              </a:ext>
            </a:extLst>
          </p:cNvPr>
          <p:cNvSpPr/>
          <p:nvPr/>
        </p:nvSpPr>
        <p:spPr>
          <a:xfrm>
            <a:off x="3413760" y="2661920"/>
            <a:ext cx="629913" cy="457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 xmlns:a16="http://schemas.microsoft.com/office/drawing/2014/main" id="{592A6282-DF3B-DE5A-688A-E1EA85F07206}"/>
              </a:ext>
            </a:extLst>
          </p:cNvPr>
          <p:cNvSpPr txBox="1"/>
          <p:nvPr/>
        </p:nvSpPr>
        <p:spPr>
          <a:xfrm>
            <a:off x="3098800" y="4257040"/>
            <a:ext cx="1361440" cy="369332"/>
          </a:xfrm>
          <a:prstGeom prst="rect">
            <a:avLst/>
          </a:prstGeom>
          <a:noFill/>
        </p:spPr>
        <p:txBody>
          <a:bodyPr wrap="square" rtlCol="0">
            <a:spAutoFit/>
          </a:bodyPr>
          <a:lstStyle/>
          <a:p>
            <a:r>
              <a:rPr lang="en-US" dirty="0"/>
              <a:t>Attribute</a:t>
            </a:r>
          </a:p>
        </p:txBody>
      </p:sp>
      <p:cxnSp>
        <p:nvCxnSpPr>
          <p:cNvPr id="11" name="Straight Arrow Connector 10">
            <a:extLst>
              <a:ext uri="{FF2B5EF4-FFF2-40B4-BE49-F238E27FC236}">
                <a16:creationId xmlns="" xmlns:a16="http://schemas.microsoft.com/office/drawing/2014/main" id="{33A46C2C-438F-3705-838B-E89F56B35FA3}"/>
              </a:ext>
            </a:extLst>
          </p:cNvPr>
          <p:cNvCxnSpPr/>
          <p:nvPr/>
        </p:nvCxnSpPr>
        <p:spPr>
          <a:xfrm flipV="1">
            <a:off x="5501640" y="3119120"/>
            <a:ext cx="0" cy="1137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 xmlns:a16="http://schemas.microsoft.com/office/drawing/2014/main" id="{D423E7DA-1451-82D5-4E61-39B22AF4D2DA}"/>
              </a:ext>
            </a:extLst>
          </p:cNvPr>
          <p:cNvSpPr/>
          <p:nvPr/>
        </p:nvSpPr>
        <p:spPr>
          <a:xfrm>
            <a:off x="4170680" y="2661920"/>
            <a:ext cx="2606039" cy="457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 xmlns:a16="http://schemas.microsoft.com/office/drawing/2014/main" id="{5BB72692-DFFA-1BFC-96B9-F2DD57B60CAB}"/>
              </a:ext>
            </a:extLst>
          </p:cNvPr>
          <p:cNvSpPr txBox="1"/>
          <p:nvPr/>
        </p:nvSpPr>
        <p:spPr>
          <a:xfrm>
            <a:off x="4993641" y="4223944"/>
            <a:ext cx="1361440" cy="369332"/>
          </a:xfrm>
          <a:prstGeom prst="rect">
            <a:avLst/>
          </a:prstGeom>
          <a:noFill/>
        </p:spPr>
        <p:txBody>
          <a:bodyPr wrap="square" rtlCol="0">
            <a:spAutoFit/>
          </a:bodyPr>
          <a:lstStyle/>
          <a:p>
            <a:r>
              <a:rPr lang="en-US" dirty="0"/>
              <a:t>Value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30060" y="624110"/>
            <a:ext cx="6589199" cy="1280890"/>
          </a:xfrm>
        </p:spPr>
        <p:txBody>
          <a:bodyPr/>
          <a:lstStyle/>
          <a:p>
            <a:pPr algn="ctr"/>
            <a:r>
              <a:rPr lang="en-US" dirty="0"/>
              <a:t>HTML Terminology</a:t>
            </a:r>
          </a:p>
        </p:txBody>
      </p:sp>
      <p:sp>
        <p:nvSpPr>
          <p:cNvPr id="5" name="Content Placeholder 4"/>
          <p:cNvSpPr>
            <a:spLocks noGrp="1"/>
          </p:cNvSpPr>
          <p:nvPr>
            <p:ph idx="1"/>
          </p:nvPr>
        </p:nvSpPr>
        <p:spPr>
          <a:xfrm>
            <a:off x="1981258" y="1517073"/>
            <a:ext cx="8686800" cy="5638800"/>
          </a:xfrm>
        </p:spPr>
        <p:txBody>
          <a:bodyPr>
            <a:normAutofit/>
          </a:bodyPr>
          <a:lstStyle/>
          <a:p>
            <a:pPr>
              <a:lnSpc>
                <a:spcPct val="100000"/>
              </a:lnSpc>
            </a:pPr>
            <a:r>
              <a:rPr lang="en-US" sz="2400" dirty="0"/>
              <a:t>Concepts in HTML</a:t>
            </a:r>
          </a:p>
          <a:p>
            <a:pPr lvl="1">
              <a:lnSpc>
                <a:spcPct val="100000"/>
              </a:lnSpc>
            </a:pPr>
            <a:r>
              <a:rPr lang="en-US" sz="2400" dirty="0"/>
              <a:t>Tags</a:t>
            </a:r>
          </a:p>
          <a:p>
            <a:pPr lvl="2">
              <a:lnSpc>
                <a:spcPct val="100000"/>
              </a:lnSpc>
            </a:pPr>
            <a:r>
              <a:rPr lang="en-US" sz="2400" dirty="0"/>
              <a:t>Opening tag and closing tag</a:t>
            </a:r>
          </a:p>
          <a:p>
            <a:pPr lvl="2">
              <a:lnSpc>
                <a:spcPct val="100000"/>
              </a:lnSpc>
            </a:pPr>
            <a:r>
              <a:rPr lang="en-US" sz="2400" dirty="0"/>
              <a:t>The smallest piece in HTML</a:t>
            </a:r>
          </a:p>
          <a:p>
            <a:pPr lvl="1">
              <a:lnSpc>
                <a:spcPct val="100000"/>
              </a:lnSpc>
            </a:pPr>
            <a:r>
              <a:rPr lang="en-US" sz="2400" dirty="0"/>
              <a:t>Attributes</a:t>
            </a:r>
          </a:p>
          <a:p>
            <a:pPr lvl="2">
              <a:lnSpc>
                <a:spcPct val="100000"/>
              </a:lnSpc>
            </a:pPr>
            <a:r>
              <a:rPr lang="en-US" sz="2400" dirty="0"/>
              <a:t>Properties of the tag</a:t>
            </a:r>
          </a:p>
          <a:p>
            <a:pPr lvl="2">
              <a:lnSpc>
                <a:spcPct val="100000"/>
              </a:lnSpc>
            </a:pPr>
            <a:r>
              <a:rPr lang="en-US" sz="2400" dirty="0"/>
              <a:t>Size, color, etc… </a:t>
            </a:r>
          </a:p>
          <a:p>
            <a:pPr lvl="1">
              <a:lnSpc>
                <a:spcPct val="100000"/>
              </a:lnSpc>
            </a:pPr>
            <a:r>
              <a:rPr lang="en-US" sz="2400" dirty="0"/>
              <a:t>Elements</a:t>
            </a:r>
          </a:p>
          <a:p>
            <a:pPr lvl="2">
              <a:lnSpc>
                <a:spcPct val="100000"/>
              </a:lnSpc>
            </a:pPr>
            <a:r>
              <a:rPr lang="en-US" sz="2400" dirty="0"/>
              <a:t>Combination of opening, closing tag and attributes</a:t>
            </a:r>
          </a:p>
          <a:p>
            <a:pPr lvl="1">
              <a:lnSpc>
                <a:spcPct val="100000"/>
              </a:lnSpc>
            </a:pPr>
            <a:endParaRPr lang="en-US" sz="2400" dirty="0"/>
          </a:p>
        </p:txBody>
      </p:sp>
      <p:sp>
        <p:nvSpPr>
          <p:cNvPr id="2" name="Footer Placeholder 1"/>
          <p:cNvSpPr>
            <a:spLocks noGrp="1"/>
          </p:cNvSpPr>
          <p:nvPr>
            <p:ph type="ftr" sz="quarter" idx="11"/>
          </p:nvPr>
        </p:nvSpPr>
        <p:spPr>
          <a:xfrm>
            <a:off x="3466414" y="6492876"/>
            <a:ext cx="5716488" cy="365125"/>
          </a:xfrm>
        </p:spPr>
        <p:txBody>
          <a:bodyPr/>
          <a:lstStyle/>
          <a:p>
            <a:pPr algn="ctr"/>
            <a:r>
              <a:rPr lang="en-US" dirty="0"/>
              <a:t>Department of Computer Science, COMSATS University Islamabad, Attock Campus</a:t>
            </a:r>
          </a:p>
        </p:txBody>
      </p:sp>
      <p:sp>
        <p:nvSpPr>
          <p:cNvPr id="6" name="Slide Number Placeholder 5"/>
          <p:cNvSpPr>
            <a:spLocks noGrp="1"/>
          </p:cNvSpPr>
          <p:nvPr>
            <p:ph type="sldNum" sz="quarter" idx="12"/>
          </p:nvPr>
        </p:nvSpPr>
        <p:spPr/>
        <p:txBody>
          <a:bodyPr/>
          <a:lstStyle/>
          <a:p>
            <a:fld id="{EA01E00C-350D-493E-B140-69306DC35D1C}" type="slidenum">
              <a:rPr lang="en-US" smtClean="0"/>
              <a:t>16</a:t>
            </a:fld>
            <a:endParaRPr lang="en-US"/>
          </a:p>
        </p:txBody>
      </p:sp>
    </p:spTree>
    <p:extLst>
      <p:ext uri="{BB962C8B-B14F-4D97-AF65-F5344CB8AC3E}">
        <p14:creationId xmlns:p14="http://schemas.microsoft.com/office/powerpoint/2010/main" val="2808280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1401" y="611021"/>
            <a:ext cx="6589199" cy="1280890"/>
          </a:xfrm>
        </p:spPr>
        <p:txBody>
          <a:bodyPr/>
          <a:lstStyle/>
          <a:p>
            <a:pPr algn="ctr"/>
            <a:r>
              <a:rPr lang="en-US" dirty="0">
                <a:solidFill>
                  <a:schemeClr val="tx1"/>
                </a:solidFill>
              </a:rPr>
              <a:t>HTML Elements</a:t>
            </a:r>
          </a:p>
        </p:txBody>
      </p:sp>
      <p:sp>
        <p:nvSpPr>
          <p:cNvPr id="3" name="Content Placeholder 2"/>
          <p:cNvSpPr>
            <a:spLocks noGrp="1"/>
          </p:cNvSpPr>
          <p:nvPr>
            <p:ph idx="1"/>
          </p:nvPr>
        </p:nvSpPr>
        <p:spPr>
          <a:xfrm>
            <a:off x="1752600" y="1752600"/>
            <a:ext cx="8686800" cy="2406134"/>
          </a:xfrm>
        </p:spPr>
        <p:txBody>
          <a:bodyPr>
            <a:normAutofit/>
          </a:bodyPr>
          <a:lstStyle/>
          <a:p>
            <a:r>
              <a:rPr lang="en-US" sz="2400" dirty="0">
                <a:solidFill>
                  <a:schemeClr val="tx1"/>
                </a:solidFill>
              </a:rPr>
              <a:t>HTML Elements are combination of tags and attributes</a:t>
            </a:r>
          </a:p>
          <a:p>
            <a:pPr lvl="1"/>
            <a:r>
              <a:rPr lang="en-US" sz="2400" dirty="0">
                <a:solidFill>
                  <a:schemeClr val="tx1"/>
                </a:solidFill>
              </a:rPr>
              <a:t>Opening tag with some or none attributes and a closing tag</a:t>
            </a:r>
          </a:p>
        </p:txBody>
      </p:sp>
      <p:sp>
        <p:nvSpPr>
          <p:cNvPr id="5" name="Rectangle 4"/>
          <p:cNvSpPr>
            <a:spLocks noChangeArrowheads="1"/>
          </p:cNvSpPr>
          <p:nvPr/>
        </p:nvSpPr>
        <p:spPr bwMode="auto">
          <a:xfrm>
            <a:off x="2438400" y="4126468"/>
            <a:ext cx="7315200" cy="36933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2000" noProof="1">
                <a:effectLst>
                  <a:outerShdw blurRad="38100" dist="38100" dir="2700000" algn="tl">
                    <a:srgbClr val="000000">
                      <a:alpha val="43137"/>
                    </a:srgbClr>
                  </a:outerShdw>
                </a:effectLst>
                <a:latin typeface="Consolas" pitchFamily="49" charset="0"/>
                <a:cs typeface="Consolas" pitchFamily="49" charset="0"/>
              </a:rPr>
              <a:t>&lt;a href="http://google.com"&gt; go to Google&lt;/a&gt;</a:t>
            </a:r>
          </a:p>
        </p:txBody>
      </p:sp>
      <p:sp>
        <p:nvSpPr>
          <p:cNvPr id="6" name="Rectangle 5"/>
          <p:cNvSpPr>
            <a:spLocks noChangeArrowheads="1"/>
          </p:cNvSpPr>
          <p:nvPr/>
        </p:nvSpPr>
        <p:spPr bwMode="auto">
          <a:xfrm>
            <a:off x="2438400" y="4659868"/>
            <a:ext cx="7315200" cy="36933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spcBef>
                <a:spcPts val="1200"/>
              </a:spcBef>
              <a:buClr>
                <a:schemeClr val="accent5">
                  <a:lumMod val="40000"/>
                  <a:lumOff val="60000"/>
                </a:schemeClr>
              </a:buClr>
              <a:buSzPct val="70000"/>
              <a:defRPr/>
            </a:pPr>
            <a:r>
              <a:rPr lang="en-US" sz="2000" noProof="1">
                <a:effectLst>
                  <a:outerShdw blurRad="38100" dist="38100" dir="2700000" algn="tl">
                    <a:srgbClr val="000000">
                      <a:alpha val="43137"/>
                    </a:srgbClr>
                  </a:outerShdw>
                </a:effectLst>
                <a:latin typeface="Consolas" pitchFamily="49" charset="0"/>
                <a:cs typeface="Consolas" pitchFamily="49" charset="0"/>
              </a:rPr>
              <a:t>&lt;html&gt;…&lt;/html&gt;</a:t>
            </a:r>
          </a:p>
        </p:txBody>
      </p:sp>
      <p:sp>
        <p:nvSpPr>
          <p:cNvPr id="7" name="Footer Placeholder 6"/>
          <p:cNvSpPr>
            <a:spLocks noGrp="1"/>
          </p:cNvSpPr>
          <p:nvPr>
            <p:ph type="ftr" sz="quarter" idx="11"/>
          </p:nvPr>
        </p:nvSpPr>
        <p:spPr>
          <a:xfrm>
            <a:off x="3494124" y="6492876"/>
            <a:ext cx="5716488" cy="365125"/>
          </a:xfrm>
        </p:spPr>
        <p:txBody>
          <a:bodyPr/>
          <a:lstStyle/>
          <a:p>
            <a:pPr algn="ctr"/>
            <a:r>
              <a:rPr lang="en-US">
                <a:solidFill>
                  <a:schemeClr val="tx1"/>
                </a:solidFill>
              </a:rPr>
              <a:t>Department of Computer Science, COMSATS University Islamabad, Attock Campus</a:t>
            </a:r>
            <a:endParaRPr lang="en-US" dirty="0">
              <a:solidFill>
                <a:schemeClr val="tx1"/>
              </a:solidFill>
            </a:endParaRPr>
          </a:p>
        </p:txBody>
      </p:sp>
      <p:sp>
        <p:nvSpPr>
          <p:cNvPr id="8" name="Slide Number Placeholder 7"/>
          <p:cNvSpPr>
            <a:spLocks noGrp="1"/>
          </p:cNvSpPr>
          <p:nvPr>
            <p:ph type="sldNum" sz="quarter" idx="12"/>
          </p:nvPr>
        </p:nvSpPr>
        <p:spPr/>
        <p:txBody>
          <a:bodyPr/>
          <a:lstStyle/>
          <a:p>
            <a:fld id="{EA01E00C-350D-493E-B140-69306DC35D1C}" type="slidenum">
              <a:rPr lang="en-US" smtClean="0"/>
              <a:t>17</a:t>
            </a:fld>
            <a:endParaRPr lang="en-US"/>
          </a:p>
        </p:txBody>
      </p:sp>
    </p:spTree>
    <p:extLst>
      <p:ext uri="{BB962C8B-B14F-4D97-AF65-F5344CB8AC3E}">
        <p14:creationId xmlns:p14="http://schemas.microsoft.com/office/powerpoint/2010/main" val="1854501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44040" y="706120"/>
            <a:ext cx="10972800" cy="685800"/>
          </a:xfrm>
          <a:prstGeom prst="rect">
            <a:avLst/>
          </a:prstGeom>
          <a:noFill/>
        </p:spPr>
        <p:txBody>
          <a:bodyPr wrap="none">
            <a:spAutoFit/>
          </a:bodyPr>
          <a:lstStyle/>
          <a:p>
            <a:pPr>
              <a:defRPr sz="2800" b="1"/>
            </a:pPr>
            <a:r>
              <a:rPr dirty="0"/>
              <a:t>Common HTML Attributes</a:t>
            </a:r>
          </a:p>
        </p:txBody>
      </p:sp>
      <p:sp>
        <p:nvSpPr>
          <p:cNvPr id="4" name="TextBox 3"/>
          <p:cNvSpPr txBox="1"/>
          <p:nvPr/>
        </p:nvSpPr>
        <p:spPr>
          <a:xfrm>
            <a:off x="1844040" y="1391920"/>
            <a:ext cx="10698480" cy="5166360"/>
          </a:xfrm>
          <a:prstGeom prst="rect">
            <a:avLst/>
          </a:prstGeom>
          <a:noFill/>
        </p:spPr>
        <p:txBody>
          <a:bodyPr wrap="square">
            <a:spAutoFit/>
          </a:bodyPr>
          <a:lstStyle/>
          <a:p>
            <a:pPr>
              <a:spcAft>
                <a:spcPts val="1000"/>
              </a:spcAft>
              <a:defRPr sz="2000"/>
            </a:pPr>
            <a:r>
              <a:rPr dirty="0"/>
              <a:t>id → identifies an element</a:t>
            </a:r>
          </a:p>
          <a:p>
            <a:pPr>
              <a:spcAft>
                <a:spcPts val="1000"/>
              </a:spcAft>
              <a:defRPr sz="2000"/>
            </a:pPr>
            <a:r>
              <a:rPr dirty="0"/>
              <a:t>class → groups elements</a:t>
            </a:r>
          </a:p>
          <a:p>
            <a:pPr>
              <a:spcAft>
                <a:spcPts val="1000"/>
              </a:spcAft>
              <a:defRPr sz="2000"/>
            </a:pPr>
            <a:r>
              <a:rPr dirty="0"/>
              <a:t>style → inline CSS</a:t>
            </a:r>
          </a:p>
          <a:p>
            <a:pPr>
              <a:spcAft>
                <a:spcPts val="1000"/>
              </a:spcAft>
              <a:defRPr sz="2000"/>
            </a:pPr>
            <a:r>
              <a:rPr dirty="0"/>
              <a:t>title → additional information</a:t>
            </a:r>
          </a:p>
          <a:p>
            <a:pPr>
              <a:spcAft>
                <a:spcPts val="1000"/>
              </a:spcAft>
              <a:defRPr sz="2000"/>
            </a:pPr>
            <a:r>
              <a:rPr dirty="0" err="1"/>
              <a:t>href</a:t>
            </a:r>
            <a:r>
              <a:rPr dirty="0"/>
              <a:t> → link destination</a:t>
            </a:r>
          </a:p>
          <a:p>
            <a:pPr>
              <a:spcAft>
                <a:spcPts val="1000"/>
              </a:spcAft>
              <a:defRPr sz="2000"/>
            </a:pPr>
            <a:r>
              <a:rPr dirty="0" err="1"/>
              <a:t>src</a:t>
            </a:r>
            <a:r>
              <a:rPr dirty="0"/>
              <a:t> → resource location</a:t>
            </a:r>
          </a:p>
          <a:p>
            <a:pPr>
              <a:spcAft>
                <a:spcPts val="1000"/>
              </a:spcAft>
              <a:defRPr sz="2000"/>
            </a:pPr>
            <a:r>
              <a:rPr dirty="0"/>
              <a:t>alt → alternative image text</a:t>
            </a:r>
          </a:p>
        </p:txBody>
      </p:sp>
      <p:sp>
        <p:nvSpPr>
          <p:cNvPr id="2" name="Footer Placeholder 1">
            <a:extLst>
              <a:ext uri="{FF2B5EF4-FFF2-40B4-BE49-F238E27FC236}">
                <a16:creationId xmlns="" xmlns:a16="http://schemas.microsoft.com/office/drawing/2014/main" id="{31A5865A-A453-26A5-551F-63AB4297F3D7}"/>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C1BA4BD8-C7DA-6DC6-AC87-428D11D6C3A3}"/>
              </a:ext>
            </a:extLst>
          </p:cNvPr>
          <p:cNvSpPr>
            <a:spLocks noGrp="1"/>
          </p:cNvSpPr>
          <p:nvPr>
            <p:ph type="sldNum" sz="quarter" idx="12"/>
          </p:nvPr>
        </p:nvSpPr>
        <p:spPr/>
        <p:txBody>
          <a:bodyPr/>
          <a:lstStyle/>
          <a:p>
            <a:fld id="{D57F1E4F-1CFF-5643-939E-02111984F565}"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84680" y="695960"/>
            <a:ext cx="10972800" cy="685800"/>
          </a:xfrm>
          <a:prstGeom prst="rect">
            <a:avLst/>
          </a:prstGeom>
          <a:noFill/>
        </p:spPr>
        <p:txBody>
          <a:bodyPr wrap="none">
            <a:spAutoFit/>
          </a:bodyPr>
          <a:lstStyle/>
          <a:p>
            <a:pPr>
              <a:defRPr sz="2800" b="1"/>
            </a:pPr>
            <a:r>
              <a:rPr dirty="0"/>
              <a:t>Nesting Elements</a:t>
            </a:r>
          </a:p>
        </p:txBody>
      </p:sp>
      <p:sp>
        <p:nvSpPr>
          <p:cNvPr id="4" name="TextBox 3"/>
          <p:cNvSpPr txBox="1"/>
          <p:nvPr/>
        </p:nvSpPr>
        <p:spPr>
          <a:xfrm>
            <a:off x="1879600" y="1381760"/>
            <a:ext cx="9367520" cy="2144177"/>
          </a:xfrm>
          <a:prstGeom prst="rect">
            <a:avLst/>
          </a:prstGeom>
          <a:noFill/>
        </p:spPr>
        <p:txBody>
          <a:bodyPr wrap="square">
            <a:spAutoFit/>
          </a:bodyPr>
          <a:lstStyle/>
          <a:p>
            <a:pPr>
              <a:spcAft>
                <a:spcPts val="1000"/>
              </a:spcAft>
              <a:defRPr sz="2000"/>
            </a:pPr>
            <a:r>
              <a:rPr dirty="0"/>
              <a:t>HTML elements can be placed inside other elements</a:t>
            </a:r>
          </a:p>
          <a:p>
            <a:pPr>
              <a:spcAft>
                <a:spcPts val="1000"/>
              </a:spcAft>
              <a:defRPr sz="2000"/>
            </a:pPr>
            <a:r>
              <a:rPr dirty="0"/>
              <a:t>Correct: &lt;p&gt;This is &lt;strong&gt;important&lt;/strong&gt;</a:t>
            </a:r>
            <a:r>
              <a:rPr lang="en-US" dirty="0"/>
              <a:t>.</a:t>
            </a:r>
            <a:r>
              <a:rPr dirty="0"/>
              <a:t>&lt;/p&gt;</a:t>
            </a:r>
          </a:p>
          <a:p>
            <a:pPr>
              <a:spcAft>
                <a:spcPts val="1000"/>
              </a:spcAft>
              <a:defRPr sz="2000"/>
            </a:pPr>
            <a:r>
              <a:rPr dirty="0"/>
              <a:t>Elements should be properly nested</a:t>
            </a:r>
          </a:p>
          <a:p>
            <a:pPr>
              <a:spcAft>
                <a:spcPts val="1000"/>
              </a:spcAft>
              <a:defRPr sz="2000"/>
            </a:pPr>
            <a:r>
              <a:rPr dirty="0"/>
              <a:t>Incorrect: &lt;p&gt;&lt;strong&gt;Hello&lt;/p&gt;&lt;/strong&gt;</a:t>
            </a:r>
          </a:p>
          <a:p>
            <a:pPr>
              <a:spcAft>
                <a:spcPts val="1000"/>
              </a:spcAft>
              <a:defRPr sz="2000"/>
            </a:pPr>
            <a:r>
              <a:rPr dirty="0"/>
              <a:t>Think of nested elements as a parent-child tree</a:t>
            </a:r>
          </a:p>
        </p:txBody>
      </p:sp>
      <p:sp>
        <p:nvSpPr>
          <p:cNvPr id="5" name="Footer Placeholder 4">
            <a:extLst>
              <a:ext uri="{FF2B5EF4-FFF2-40B4-BE49-F238E27FC236}">
                <a16:creationId xmlns="" xmlns:a16="http://schemas.microsoft.com/office/drawing/2014/main" id="{2D79477A-3BE0-5E59-C21A-931A5A3D3EF8}"/>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3B94F0C2-99CE-5715-0E7C-29041E1826B5}"/>
              </a:ext>
            </a:extLst>
          </p:cNvPr>
          <p:cNvSpPr>
            <a:spLocks noGrp="1"/>
          </p:cNvSpPr>
          <p:nvPr>
            <p:ph type="sldNum" sz="quarter" idx="12"/>
          </p:nvPr>
        </p:nvSpPr>
        <p:spPr/>
        <p:txBody>
          <a:bodyPr/>
          <a:lstStyle/>
          <a:p>
            <a:fld id="{D57F1E4F-1CFF-5643-939E-02111984F565}"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4200" y="665480"/>
            <a:ext cx="10972800" cy="685800"/>
          </a:xfrm>
          <a:prstGeom prst="rect">
            <a:avLst/>
          </a:prstGeom>
          <a:noFill/>
        </p:spPr>
        <p:txBody>
          <a:bodyPr wrap="none">
            <a:spAutoFit/>
          </a:bodyPr>
          <a:lstStyle/>
          <a:p>
            <a:pPr>
              <a:defRPr sz="2800" b="1"/>
            </a:pPr>
            <a:r>
              <a:rPr dirty="0"/>
              <a:t>HTML Comments</a:t>
            </a:r>
          </a:p>
        </p:txBody>
      </p:sp>
      <p:sp>
        <p:nvSpPr>
          <p:cNvPr id="4" name="TextBox 3"/>
          <p:cNvSpPr txBox="1"/>
          <p:nvPr/>
        </p:nvSpPr>
        <p:spPr>
          <a:xfrm>
            <a:off x="1854200" y="1351280"/>
            <a:ext cx="10698480" cy="5166360"/>
          </a:xfrm>
          <a:prstGeom prst="rect">
            <a:avLst/>
          </a:prstGeom>
          <a:noFill/>
        </p:spPr>
        <p:txBody>
          <a:bodyPr wrap="square">
            <a:spAutoFit/>
          </a:bodyPr>
          <a:lstStyle/>
          <a:p>
            <a:pPr>
              <a:spcAft>
                <a:spcPts val="1000"/>
              </a:spcAft>
              <a:defRPr sz="2000"/>
            </a:pPr>
            <a:r>
              <a:rPr dirty="0"/>
              <a:t>Comments are notes for developers</a:t>
            </a:r>
          </a:p>
          <a:p>
            <a:pPr>
              <a:spcAft>
                <a:spcPts val="1000"/>
              </a:spcAft>
              <a:defRPr sz="2000"/>
            </a:pPr>
            <a:r>
              <a:rPr dirty="0"/>
              <a:t>Syntax: &lt;!-- This is a comment --&gt;</a:t>
            </a:r>
          </a:p>
          <a:p>
            <a:pPr>
              <a:spcAft>
                <a:spcPts val="1000"/>
              </a:spcAft>
              <a:defRPr sz="2000"/>
            </a:pPr>
            <a:r>
              <a:rPr dirty="0"/>
              <a:t>Comments are not displayed on the webpage</a:t>
            </a:r>
          </a:p>
          <a:p>
            <a:pPr>
              <a:spcAft>
                <a:spcPts val="1000"/>
              </a:spcAft>
              <a:defRPr sz="2000"/>
            </a:pPr>
            <a:r>
              <a:rPr dirty="0"/>
              <a:t>Useful for documentation and temporarily disabling code</a:t>
            </a:r>
          </a:p>
        </p:txBody>
      </p:sp>
      <p:sp>
        <p:nvSpPr>
          <p:cNvPr id="5" name="Footer Placeholder 4">
            <a:extLst>
              <a:ext uri="{FF2B5EF4-FFF2-40B4-BE49-F238E27FC236}">
                <a16:creationId xmlns="" xmlns:a16="http://schemas.microsoft.com/office/drawing/2014/main" id="{E035B948-46DA-7DF9-A85B-7F0C751618BF}"/>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E74622EA-95F6-A7CB-216C-C8EE4F87BE68}"/>
              </a:ext>
            </a:extLst>
          </p:cNvPr>
          <p:cNvSpPr>
            <a:spLocks noGrp="1"/>
          </p:cNvSpPr>
          <p:nvPr>
            <p:ph type="sldNum" sz="quarter" idx="12"/>
          </p:nvPr>
        </p:nvSpPr>
        <p:spPr/>
        <p:txBody>
          <a:bodyPr/>
          <a:lstStyle/>
          <a:p>
            <a:fld id="{D57F1E4F-1CFF-5643-939E-02111984F565}"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35480" y="746760"/>
            <a:ext cx="10972800" cy="685800"/>
          </a:xfrm>
          <a:prstGeom prst="rect">
            <a:avLst/>
          </a:prstGeom>
          <a:noFill/>
        </p:spPr>
        <p:txBody>
          <a:bodyPr wrap="none">
            <a:spAutoFit/>
          </a:bodyPr>
          <a:lstStyle/>
          <a:p>
            <a:pPr>
              <a:defRPr sz="2800" b="1"/>
            </a:pPr>
            <a:r>
              <a:rPr dirty="0"/>
              <a:t>HTML Validation</a:t>
            </a:r>
          </a:p>
        </p:txBody>
      </p:sp>
      <p:sp>
        <p:nvSpPr>
          <p:cNvPr id="4" name="TextBox 3"/>
          <p:cNvSpPr txBox="1"/>
          <p:nvPr/>
        </p:nvSpPr>
        <p:spPr>
          <a:xfrm>
            <a:off x="1864360" y="1691640"/>
            <a:ext cx="10698480" cy="5166360"/>
          </a:xfrm>
          <a:prstGeom prst="rect">
            <a:avLst/>
          </a:prstGeom>
          <a:noFill/>
        </p:spPr>
        <p:txBody>
          <a:bodyPr wrap="square">
            <a:spAutoFit/>
          </a:bodyPr>
          <a:lstStyle/>
          <a:p>
            <a:pPr>
              <a:spcAft>
                <a:spcPts val="1000"/>
              </a:spcAft>
              <a:defRPr sz="2000"/>
            </a:pPr>
            <a:r>
              <a:rPr dirty="0"/>
              <a:t>Validation checks whether HTML follows the rules of the standard</a:t>
            </a:r>
          </a:p>
          <a:p>
            <a:pPr>
              <a:spcAft>
                <a:spcPts val="1000"/>
              </a:spcAft>
              <a:defRPr sz="2000"/>
            </a:pPr>
            <a:r>
              <a:rPr dirty="0"/>
              <a:t>Can identify structural and syntax problems</a:t>
            </a:r>
          </a:p>
          <a:p>
            <a:pPr>
              <a:spcAft>
                <a:spcPts val="1000"/>
              </a:spcAft>
              <a:defRPr sz="2000"/>
            </a:pPr>
            <a:r>
              <a:rPr dirty="0"/>
              <a:t>Examples: incorrect nesting, invalid attributes, missing required information</a:t>
            </a:r>
          </a:p>
          <a:p>
            <a:pPr>
              <a:spcAft>
                <a:spcPts val="1000"/>
              </a:spcAft>
              <a:defRPr sz="2000"/>
            </a:pPr>
            <a:r>
              <a:rPr dirty="0"/>
              <a:t>Benefits: better code quality, standards compliance and cross-browser reliability</a:t>
            </a:r>
          </a:p>
        </p:txBody>
      </p:sp>
      <p:sp>
        <p:nvSpPr>
          <p:cNvPr id="5" name="Footer Placeholder 4">
            <a:extLst>
              <a:ext uri="{FF2B5EF4-FFF2-40B4-BE49-F238E27FC236}">
                <a16:creationId xmlns="" xmlns:a16="http://schemas.microsoft.com/office/drawing/2014/main" id="{3E2988FD-873A-31E7-9B94-78C3104D29D2}"/>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91B9299A-EA9A-4306-4E26-B3AB7A0DA110}"/>
              </a:ext>
            </a:extLst>
          </p:cNvPr>
          <p:cNvSpPr>
            <a:spLocks noGrp="1"/>
          </p:cNvSpPr>
          <p:nvPr>
            <p:ph type="sldNum" sz="quarter" idx="12"/>
          </p:nvPr>
        </p:nvSpPr>
        <p:spPr/>
        <p:txBody>
          <a:bodyPr/>
          <a:lstStyle/>
          <a:p>
            <a:fld id="{D57F1E4F-1CFF-5643-939E-02111984F565}"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6856" y="634270"/>
            <a:ext cx="8785599" cy="1280890"/>
          </a:xfrm>
        </p:spPr>
        <p:txBody>
          <a:bodyPr/>
          <a:lstStyle/>
          <a:p>
            <a:r>
              <a:rPr lang="en-US" b="1" dirty="0"/>
              <a:t>HTML Validator</a:t>
            </a:r>
          </a:p>
        </p:txBody>
      </p:sp>
      <p:sp>
        <p:nvSpPr>
          <p:cNvPr id="3" name="Content Placeholder 2"/>
          <p:cNvSpPr>
            <a:spLocks noGrp="1"/>
          </p:cNvSpPr>
          <p:nvPr>
            <p:ph idx="1"/>
          </p:nvPr>
        </p:nvSpPr>
        <p:spPr>
          <a:xfrm>
            <a:off x="2035229" y="1480458"/>
            <a:ext cx="8269915" cy="4655351"/>
          </a:xfrm>
        </p:spPr>
        <p:txBody>
          <a:bodyPr>
            <a:normAutofit lnSpcReduction="10000"/>
          </a:bodyPr>
          <a:lstStyle/>
          <a:p>
            <a:pPr algn="just"/>
            <a:r>
              <a:rPr lang="en-US" sz="2400" dirty="0"/>
              <a:t>An HTML validator is a specialized program or application used to check the validity of HTML markup in a Web page for any syntax and lexical errors. </a:t>
            </a:r>
          </a:p>
          <a:p>
            <a:pPr algn="just"/>
            <a:r>
              <a:rPr lang="en-US" sz="2400" dirty="0"/>
              <a:t>This is because HTML is not compiled and it is a very forgiving language in terms of errors; everything still works in a way, so there is no quick way to check for such errors. </a:t>
            </a:r>
          </a:p>
          <a:p>
            <a:pPr algn="just"/>
            <a:r>
              <a:rPr lang="en-US" sz="2400" dirty="0"/>
              <a:t>Hence, a separate program is required.</a:t>
            </a:r>
          </a:p>
          <a:p>
            <a:pPr algn="just"/>
            <a:r>
              <a:rPr lang="en-US" sz="2400" dirty="0"/>
              <a:t>The W3C HTML Validator is a way to validate your HTML</a:t>
            </a:r>
          </a:p>
          <a:p>
            <a:pPr marL="342900" lvl="1" indent="-342900" algn="just"/>
            <a:r>
              <a:rPr lang="en-US" dirty="0" smtClean="0">
                <a:hlinkClick r:id="rId2"/>
              </a:rPr>
              <a:t>http://validator.w3.org/</a:t>
            </a:r>
            <a:endParaRPr lang="en-US" dirty="0"/>
          </a:p>
        </p:txBody>
      </p:sp>
      <p:sp>
        <p:nvSpPr>
          <p:cNvPr id="4" name="Footer Placeholder 3"/>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6" name="Slide Number Placeholder 5"/>
          <p:cNvSpPr>
            <a:spLocks noGrp="1"/>
          </p:cNvSpPr>
          <p:nvPr>
            <p:ph type="sldNum" sz="quarter" idx="12"/>
          </p:nvPr>
        </p:nvSpPr>
        <p:spPr/>
        <p:txBody>
          <a:bodyPr/>
          <a:lstStyle/>
          <a:p>
            <a:fld id="{EA01E00C-350D-493E-B140-69306DC35D1C}" type="slidenum">
              <a:rPr lang="en-US" smtClean="0"/>
              <a:t>22</a:t>
            </a:fld>
            <a:endParaRPr lang="en-US"/>
          </a:p>
        </p:txBody>
      </p:sp>
    </p:spTree>
    <p:extLst>
      <p:ext uri="{BB962C8B-B14F-4D97-AF65-F5344CB8AC3E}">
        <p14:creationId xmlns:p14="http://schemas.microsoft.com/office/powerpoint/2010/main" val="1816497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33880" y="695960"/>
            <a:ext cx="10972800" cy="685800"/>
          </a:xfrm>
          <a:prstGeom prst="rect">
            <a:avLst/>
          </a:prstGeom>
          <a:noFill/>
        </p:spPr>
        <p:txBody>
          <a:bodyPr wrap="none">
            <a:spAutoFit/>
          </a:bodyPr>
          <a:lstStyle/>
          <a:p>
            <a:pPr>
              <a:defRPr sz="2800" b="1"/>
            </a:pPr>
            <a:r>
              <a:t>Headings</a:t>
            </a:r>
          </a:p>
        </p:txBody>
      </p:sp>
      <p:sp>
        <p:nvSpPr>
          <p:cNvPr id="4" name="TextBox 3"/>
          <p:cNvSpPr txBox="1"/>
          <p:nvPr/>
        </p:nvSpPr>
        <p:spPr>
          <a:xfrm>
            <a:off x="1833880" y="1529080"/>
            <a:ext cx="10698480" cy="5166360"/>
          </a:xfrm>
          <a:prstGeom prst="rect">
            <a:avLst/>
          </a:prstGeom>
          <a:noFill/>
        </p:spPr>
        <p:txBody>
          <a:bodyPr wrap="square">
            <a:spAutoFit/>
          </a:bodyPr>
          <a:lstStyle/>
          <a:p>
            <a:pPr>
              <a:spcAft>
                <a:spcPts val="1000"/>
              </a:spcAft>
              <a:defRPr sz="2000"/>
            </a:pPr>
            <a:r>
              <a:rPr dirty="0"/>
              <a:t>HTML provides six heading levels: &lt;h1&gt; through &lt;h6&gt;</a:t>
            </a:r>
          </a:p>
          <a:p>
            <a:pPr>
              <a:spcAft>
                <a:spcPts val="1000"/>
              </a:spcAft>
              <a:defRPr sz="2000"/>
            </a:pPr>
            <a:r>
              <a:rPr dirty="0"/>
              <a:t>Use headings according to document hierarchy</a:t>
            </a:r>
          </a:p>
          <a:p>
            <a:pPr>
              <a:spcAft>
                <a:spcPts val="1000"/>
              </a:spcAft>
              <a:defRPr sz="2000"/>
            </a:pPr>
            <a:r>
              <a:rPr dirty="0"/>
              <a:t>Typical structure: h1 → h2 → h3</a:t>
            </a:r>
          </a:p>
          <a:p>
            <a:pPr>
              <a:spcAft>
                <a:spcPts val="1000"/>
              </a:spcAft>
              <a:defRPr sz="2000"/>
            </a:pPr>
            <a:r>
              <a:rPr dirty="0"/>
              <a:t>Do not choose headings only because they look larger; CSS controls appearance</a:t>
            </a:r>
          </a:p>
        </p:txBody>
      </p:sp>
      <p:sp>
        <p:nvSpPr>
          <p:cNvPr id="5" name="Footer Placeholder 4">
            <a:extLst>
              <a:ext uri="{FF2B5EF4-FFF2-40B4-BE49-F238E27FC236}">
                <a16:creationId xmlns="" xmlns:a16="http://schemas.microsoft.com/office/drawing/2014/main" id="{5329DF50-7DF8-0F99-164E-9A080B45FAB7}"/>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1CE8217D-DD3B-7DCD-49C3-466975816093}"/>
              </a:ext>
            </a:extLst>
          </p:cNvPr>
          <p:cNvSpPr>
            <a:spLocks noGrp="1"/>
          </p:cNvSpPr>
          <p:nvPr>
            <p:ph type="sldNum" sz="quarter" idx="12"/>
          </p:nvPr>
        </p:nvSpPr>
        <p:spPr/>
        <p:txBody>
          <a:bodyPr/>
          <a:lstStyle/>
          <a:p>
            <a:fld id="{D57F1E4F-1CFF-5643-939E-02111984F565}"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84680" y="665480"/>
            <a:ext cx="10972800" cy="685800"/>
          </a:xfrm>
          <a:prstGeom prst="rect">
            <a:avLst/>
          </a:prstGeom>
          <a:noFill/>
        </p:spPr>
        <p:txBody>
          <a:bodyPr wrap="none">
            <a:spAutoFit/>
          </a:bodyPr>
          <a:lstStyle/>
          <a:p>
            <a:pPr>
              <a:defRPr sz="2800" b="1"/>
            </a:pPr>
            <a:r>
              <a:rPr dirty="0"/>
              <a:t>Paragraphs and Text Formatting</a:t>
            </a:r>
          </a:p>
        </p:txBody>
      </p:sp>
      <p:sp>
        <p:nvSpPr>
          <p:cNvPr id="4" name="TextBox 3"/>
          <p:cNvSpPr txBox="1"/>
          <p:nvPr/>
        </p:nvSpPr>
        <p:spPr>
          <a:xfrm>
            <a:off x="1884680" y="1351280"/>
            <a:ext cx="10698480" cy="5166360"/>
          </a:xfrm>
          <a:prstGeom prst="rect">
            <a:avLst/>
          </a:prstGeom>
          <a:noFill/>
        </p:spPr>
        <p:txBody>
          <a:bodyPr wrap="square">
            <a:spAutoFit/>
          </a:bodyPr>
          <a:lstStyle/>
          <a:p>
            <a:pPr>
              <a:spcAft>
                <a:spcPts val="1000"/>
              </a:spcAft>
              <a:defRPr sz="2000"/>
            </a:pPr>
            <a:r>
              <a:rPr dirty="0"/>
              <a:t>&lt;p&gt; → paragraph</a:t>
            </a:r>
          </a:p>
          <a:p>
            <a:pPr>
              <a:spcAft>
                <a:spcPts val="1000"/>
              </a:spcAft>
              <a:defRPr sz="2000"/>
            </a:pPr>
            <a:r>
              <a:rPr dirty="0"/>
              <a:t>&lt;strong&gt; → strong importance</a:t>
            </a:r>
          </a:p>
          <a:p>
            <a:pPr>
              <a:spcAft>
                <a:spcPts val="1000"/>
              </a:spcAft>
              <a:defRPr sz="2000"/>
            </a:pPr>
            <a:r>
              <a:rPr dirty="0"/>
              <a:t>&lt;</a:t>
            </a:r>
            <a:r>
              <a:rPr dirty="0" err="1"/>
              <a:t>em</a:t>
            </a:r>
            <a:r>
              <a:rPr dirty="0"/>
              <a:t>&gt; → emphasis</a:t>
            </a:r>
          </a:p>
          <a:p>
            <a:pPr>
              <a:spcAft>
                <a:spcPts val="1000"/>
              </a:spcAft>
              <a:defRPr sz="2000"/>
            </a:pPr>
            <a:r>
              <a:rPr dirty="0"/>
              <a:t>&lt;mark&gt; → highlighted text</a:t>
            </a:r>
          </a:p>
          <a:p>
            <a:pPr>
              <a:spcAft>
                <a:spcPts val="1000"/>
              </a:spcAft>
              <a:defRPr sz="2000"/>
            </a:pPr>
            <a:r>
              <a:rPr dirty="0"/>
              <a:t>&lt;small&gt; → smaller side text</a:t>
            </a:r>
          </a:p>
          <a:p>
            <a:pPr>
              <a:spcAft>
                <a:spcPts val="1000"/>
              </a:spcAft>
              <a:defRPr sz="2000"/>
            </a:pPr>
            <a:r>
              <a:rPr dirty="0"/>
              <a:t>&lt;del&gt; → deleted text</a:t>
            </a:r>
          </a:p>
          <a:p>
            <a:pPr>
              <a:spcAft>
                <a:spcPts val="1000"/>
              </a:spcAft>
              <a:defRPr sz="2000"/>
            </a:pPr>
            <a:r>
              <a:rPr dirty="0"/>
              <a:t>&lt;ins&gt; → inserted text</a:t>
            </a:r>
          </a:p>
          <a:p>
            <a:pPr>
              <a:spcAft>
                <a:spcPts val="1000"/>
              </a:spcAft>
              <a:defRPr sz="2000"/>
            </a:pPr>
            <a:r>
              <a:rPr dirty="0"/>
              <a:t>&lt;sub&gt; and &lt;sup&gt; → subscript and superscript</a:t>
            </a:r>
          </a:p>
        </p:txBody>
      </p:sp>
      <p:sp>
        <p:nvSpPr>
          <p:cNvPr id="5" name="Footer Placeholder 4">
            <a:extLst>
              <a:ext uri="{FF2B5EF4-FFF2-40B4-BE49-F238E27FC236}">
                <a16:creationId xmlns="" xmlns:a16="http://schemas.microsoft.com/office/drawing/2014/main" id="{FF93C2EC-159D-0089-EF85-AB1678C6DB7C}"/>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ACFC4743-9FFB-AF47-6026-48D8C0178497}"/>
              </a:ext>
            </a:extLst>
          </p:cNvPr>
          <p:cNvSpPr>
            <a:spLocks noGrp="1"/>
          </p:cNvSpPr>
          <p:nvPr>
            <p:ph type="sldNum" sz="quarter" idx="12"/>
          </p:nvPr>
        </p:nvSpPr>
        <p:spPr/>
        <p:txBody>
          <a:bodyPr/>
          <a:lstStyle/>
          <a:p>
            <a:fld id="{D57F1E4F-1CFF-5643-939E-02111984F565}"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a:xfrm>
            <a:off x="1969659" y="246968"/>
            <a:ext cx="8785599" cy="1280890"/>
          </a:xfrm>
        </p:spPr>
        <p:txBody>
          <a:bodyPr anchor="ctr" anchorCtr="0">
            <a:noAutofit/>
          </a:bodyPr>
          <a:lstStyle/>
          <a:p>
            <a:pPr eaLnBrk="0" hangingPunct="0">
              <a:lnSpc>
                <a:spcPts val="4000"/>
              </a:lnSpc>
              <a:defRPr/>
            </a:pPr>
            <a:r>
              <a:rPr lang="en-US" sz="2800" b="1" dirty="0">
                <a:solidFill>
                  <a:schemeClr val="tx1"/>
                </a:solidFill>
                <a:latin typeface="+mn-lt"/>
                <a:ea typeface="+mn-ea"/>
                <a:cs typeface="+mn-cs"/>
              </a:rPr>
              <a:t>Text</a:t>
            </a:r>
            <a:r>
              <a:rPr lang="en-US" sz="4000" dirty="0">
                <a:solidFill>
                  <a:schemeClr val="tx1"/>
                </a:solidFill>
                <a:effectLst>
                  <a:reflection blurRad="12700" stA="20000" endPos="50000" dist="12700" dir="5400000" sy="-100000" algn="bl" rotWithShape="0"/>
                </a:effectLst>
              </a:rPr>
              <a:t> </a:t>
            </a:r>
            <a:r>
              <a:rPr lang="en-US" sz="2800" b="1" dirty="0">
                <a:solidFill>
                  <a:schemeClr val="tx1"/>
                </a:solidFill>
                <a:latin typeface="+mn-lt"/>
                <a:ea typeface="+mn-ea"/>
                <a:cs typeface="+mn-cs"/>
              </a:rPr>
              <a:t>Formatting</a:t>
            </a:r>
          </a:p>
        </p:txBody>
      </p:sp>
      <p:graphicFrame>
        <p:nvGraphicFramePr>
          <p:cNvPr id="909375" name="Group 63"/>
          <p:cNvGraphicFramePr>
            <a:graphicFrameLocks noGrp="1"/>
          </p:cNvGraphicFramePr>
          <p:nvPr>
            <p:ph idx="1"/>
            <p:extLst>
              <p:ext uri="{D42A27DB-BD31-4B8C-83A1-F6EECF244321}">
                <p14:modId xmlns:p14="http://schemas.microsoft.com/office/powerpoint/2010/main" val="3238201558"/>
              </p:ext>
            </p:extLst>
          </p:nvPr>
        </p:nvGraphicFramePr>
        <p:xfrm>
          <a:off x="2022942" y="2577967"/>
          <a:ext cx="8789986" cy="3048000"/>
        </p:xfrm>
        <a:graphic>
          <a:graphicData uri="http://schemas.openxmlformats.org/drawingml/2006/table">
            <a:tbl>
              <a:tblPr/>
              <a:tblGrid>
                <a:gridCol w="4528175">
                  <a:extLst>
                    <a:ext uri="{9D8B030D-6E8A-4147-A177-3AD203B41FA5}">
                      <a16:colId xmlns="" xmlns:a16="http://schemas.microsoft.com/office/drawing/2014/main" val="20000"/>
                    </a:ext>
                  </a:extLst>
                </a:gridCol>
                <a:gridCol w="4261811">
                  <a:extLst>
                    <a:ext uri="{9D8B030D-6E8A-4147-A177-3AD203B41FA5}">
                      <a16:colId xmlns="" xmlns:a16="http://schemas.microsoft.com/office/drawing/2014/main" val="20001"/>
                    </a:ext>
                  </a:extLst>
                </a:gridCol>
              </a:tblGrid>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&lt;b&gt;&lt;/b&gt;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Arial" charset="0"/>
                          <a:cs typeface="Times New Roman" pitchFamily="18" charset="0"/>
                        </a:rPr>
                        <a:t>bold</a:t>
                      </a:r>
                      <a:endParaRPr kumimoji="1" lang="en-US" sz="20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&lt;i&gt;&lt;/i&gt;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1" u="none" strike="noStrike" cap="none" normalizeH="0" baseline="0" dirty="0">
                          <a:ln>
                            <a:noFill/>
                          </a:ln>
                          <a:solidFill>
                            <a:schemeClr val="tx1"/>
                          </a:solidFill>
                          <a:effectLst/>
                          <a:latin typeface="Arial" charset="0"/>
                          <a:cs typeface="Times New Roman" pitchFamily="18" charset="0"/>
                        </a:rPr>
                        <a:t>italicized</a:t>
                      </a:r>
                      <a:endParaRPr kumimoji="1" lang="en-US" sz="2000" b="0" i="1"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&lt;u&gt;&lt;/u&gt;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sng" strike="noStrike" cap="none" normalizeH="0" baseline="0" dirty="0">
                          <a:ln>
                            <a:noFill/>
                          </a:ln>
                          <a:solidFill>
                            <a:schemeClr val="tx1"/>
                          </a:solidFill>
                          <a:effectLst/>
                          <a:latin typeface="Arial" charset="0"/>
                          <a:cs typeface="Times New Roman" pitchFamily="18" charset="0"/>
                        </a:rPr>
                        <a:t>underlined</a:t>
                      </a:r>
                      <a:endParaRPr kumimoji="1" lang="en-US" sz="2000" b="0" i="0" u="sng"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&lt;sup&gt;&lt;/sup&gt;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Arial" charset="0"/>
                          <a:cs typeface="Times New Roman" pitchFamily="18" charset="0"/>
                        </a:rPr>
                        <a:t>Sample</a:t>
                      </a:r>
                      <a:r>
                        <a:rPr kumimoji="1" lang="en-US" sz="2000" b="0" i="0" u="none" strike="noStrike" cap="none" normalizeH="0" baseline="30000" noProof="1">
                          <a:ln>
                            <a:noFill/>
                          </a:ln>
                          <a:solidFill>
                            <a:schemeClr val="tx1"/>
                          </a:solidFill>
                          <a:effectLst/>
                          <a:latin typeface="Arial" charset="0"/>
                          <a:cs typeface="Times New Roman" pitchFamily="18" charset="0"/>
                        </a:rPr>
                        <a:t>superscript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&lt;sub&gt;&lt;/sub&gt;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Arial" charset="0"/>
                          <a:cs typeface="Times New Roman" pitchFamily="18" charset="0"/>
                        </a:rPr>
                        <a:t>Sample</a:t>
                      </a:r>
                      <a:r>
                        <a:rPr kumimoji="1" lang="en-US" sz="2000" b="0" i="0" u="none" strike="noStrike" cap="none" normalizeH="0" baseline="-25000" noProof="1">
                          <a:ln>
                            <a:noFill/>
                          </a:ln>
                          <a:solidFill>
                            <a:schemeClr val="tx1"/>
                          </a:solidFill>
                          <a:effectLst/>
                          <a:latin typeface="Arial" charset="0"/>
                          <a:cs typeface="Times New Roman" pitchFamily="18" charset="0"/>
                        </a:rPr>
                        <a:t>subscript</a:t>
                      </a:r>
                      <a:endParaRPr kumimoji="1" lang="en-US" sz="2000" b="0" i="0" u="none" strike="noStrike" cap="none" normalizeH="0" baseline="-25000" noProof="1">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&lt;strong&gt;&lt;/strong&gt;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dirty="0">
                          <a:ln>
                            <a:noFill/>
                          </a:ln>
                          <a:solidFill>
                            <a:schemeClr val="tx1"/>
                          </a:solidFill>
                          <a:effectLst/>
                          <a:latin typeface="Arial" charset="0"/>
                          <a:cs typeface="Times New Roman" pitchFamily="18" charset="0"/>
                        </a:rPr>
                        <a:t>strong</a:t>
                      </a:r>
                      <a:endParaRPr kumimoji="1"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&lt;em&gt;&lt;/em&gt;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1" u="none" strike="noStrike" cap="none" normalizeH="0" baseline="0" dirty="0">
                          <a:ln>
                            <a:noFill/>
                          </a:ln>
                          <a:solidFill>
                            <a:schemeClr val="tx1"/>
                          </a:solidFill>
                          <a:effectLst/>
                          <a:latin typeface="Arial" charset="0"/>
                        </a:rPr>
                        <a:t>emphasized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noProof="1">
                          <a:ln>
                            <a:noFill/>
                          </a:ln>
                          <a:solidFill>
                            <a:schemeClr val="tx1"/>
                          </a:solidFill>
                          <a:effectLst/>
                          <a:latin typeface="Consolas" pitchFamily="49" charset="0"/>
                          <a:cs typeface="Consolas" pitchFamily="49" charset="0"/>
                        </a:rPr>
                        <a:t>&lt;pre&gt;&lt;/pre&gt;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0" i="0" u="none" strike="noStrike" cap="none" normalizeH="0" baseline="0" dirty="0">
                          <a:ln>
                            <a:noFill/>
                          </a:ln>
                          <a:solidFill>
                            <a:schemeClr val="tx1"/>
                          </a:solidFill>
                          <a:effectLst/>
                          <a:latin typeface="Courier New" pitchFamily="49" charset="0"/>
                        </a:rPr>
                        <a:t>Preformatted text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bl>
          </a:graphicData>
        </a:graphic>
      </p:graphicFrame>
      <p:sp>
        <p:nvSpPr>
          <p:cNvPr id="909315" name="Rectangle 3"/>
          <p:cNvSpPr>
            <a:spLocks noGrp="1" noChangeArrowheads="1"/>
          </p:cNvSpPr>
          <p:nvPr>
            <p:ph type="body" sz="half" idx="4294967295"/>
          </p:nvPr>
        </p:nvSpPr>
        <p:spPr>
          <a:xfrm>
            <a:off x="2020645" y="1473408"/>
            <a:ext cx="8683625" cy="1544637"/>
          </a:xfrm>
        </p:spPr>
        <p:txBody>
          <a:bodyPr/>
          <a:lstStyle/>
          <a:p>
            <a:pPr>
              <a:defRPr/>
            </a:pPr>
            <a:r>
              <a:rPr lang="en-US" dirty="0">
                <a:solidFill>
                  <a:schemeClr val="tx1"/>
                </a:solidFill>
              </a:rPr>
              <a:t>Text formatting tags modify the text between the opening tag and the closing tag</a:t>
            </a:r>
          </a:p>
          <a:p>
            <a:pPr lvl="1">
              <a:defRPr/>
            </a:pPr>
            <a:r>
              <a:rPr lang="en-US" dirty="0">
                <a:solidFill>
                  <a:schemeClr val="tx1"/>
                </a:solidFill>
              </a:rPr>
              <a:t>Ex. </a:t>
            </a:r>
            <a:r>
              <a:rPr lang="en-US" dirty="0">
                <a:solidFill>
                  <a:schemeClr val="tx1"/>
                </a:solidFill>
                <a:latin typeface="Consolas" pitchFamily="49" charset="0"/>
                <a:cs typeface="Consolas" pitchFamily="49" charset="0"/>
              </a:rPr>
              <a:t>&lt;b&gt;Hello&lt;/b&gt;</a:t>
            </a:r>
            <a:r>
              <a:rPr lang="en-US" dirty="0">
                <a:solidFill>
                  <a:schemeClr val="tx1"/>
                </a:solidFill>
              </a:rPr>
              <a:t> makes "Hello" bold</a:t>
            </a:r>
          </a:p>
        </p:txBody>
      </p:sp>
      <p:sp>
        <p:nvSpPr>
          <p:cNvPr id="5" name="Slide Number Placeholder 3"/>
          <p:cNvSpPr txBox="1">
            <a:spLocks/>
          </p:cNvSpPr>
          <p:nvPr/>
        </p:nvSpPr>
        <p:spPr>
          <a:xfrm>
            <a:off x="10134600" y="6553200"/>
            <a:ext cx="457200" cy="228600"/>
          </a:xfrm>
          <a:prstGeom prst="rect">
            <a:avLst/>
          </a:prstGeom>
        </p:spPr>
        <p:txBody>
          <a:bodyPr/>
          <a:lstStyle/>
          <a:p>
            <a:pPr algn="r" fontAlgn="base">
              <a:spcBef>
                <a:spcPct val="0"/>
              </a:spcBef>
              <a:spcAft>
                <a:spcPct val="0"/>
              </a:spcAft>
              <a:defRPr/>
            </a:pPr>
            <a:fld id="{58452FF4-89E3-4D1B-9927-2DBDC00E58D7}" type="slidenum">
              <a:rPr lang="en-US" sz="1100">
                <a:latin typeface="Corbel" pitchFamily="34" charset="0"/>
              </a:rPr>
              <a:pPr algn="r" fontAlgn="base">
                <a:spcBef>
                  <a:spcPct val="0"/>
                </a:spcBef>
                <a:spcAft>
                  <a:spcPct val="0"/>
                </a:spcAft>
                <a:defRPr/>
              </a:pPr>
              <a:t>25</a:t>
            </a:fld>
            <a:endParaRPr lang="en-US" sz="1100" dirty="0">
              <a:latin typeface="Corbel" pitchFamily="34" charset="0"/>
            </a:endParaRPr>
          </a:p>
        </p:txBody>
      </p:sp>
      <p:sp>
        <p:nvSpPr>
          <p:cNvPr id="6" name="Rectangle 3"/>
          <p:cNvSpPr txBox="1">
            <a:spLocks noChangeArrowheads="1"/>
          </p:cNvSpPr>
          <p:nvPr/>
        </p:nvSpPr>
        <p:spPr>
          <a:xfrm>
            <a:off x="1677988" y="5582349"/>
            <a:ext cx="8836024" cy="1028683"/>
          </a:xfrm>
          <a:prstGeom prst="rect">
            <a:avLst/>
          </a:prstGeom>
        </p:spPr>
        <p:txBody>
          <a:bodyPr/>
          <a:lstStyle>
            <a:lvl1pPr marL="319088" indent="-319088" algn="l" rtl="0" eaLnBrk="1" fontAlgn="base" hangingPunct="1">
              <a:spcBef>
                <a:spcPct val="20000"/>
              </a:spcBef>
              <a:spcAft>
                <a:spcPct val="0"/>
              </a:spcAft>
              <a:buClr>
                <a:schemeClr val="accent5">
                  <a:lumMod val="40000"/>
                  <a:lumOff val="60000"/>
                </a:schemeClr>
              </a:buClr>
              <a:buSzPct val="70000"/>
              <a:buFont typeface="Wingdings 2" pitchFamily="18" charset="2"/>
              <a:buChar char=""/>
              <a:defRPr sz="32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1pPr>
            <a:lvl2pPr marL="630238" indent="-273050" algn="l" rtl="0" eaLnBrk="1" fontAlgn="base" hangingPunct="1">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1" fontAlgn="base" hangingPunct="1">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1" fontAlgn="base" hangingPunct="1">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1" fontAlgn="base" hangingPunct="1">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a:lstStyle>
          <a:p>
            <a:pPr lvl="1">
              <a:defRPr/>
            </a:pPr>
            <a:r>
              <a:rPr lang="en-US" sz="2000" dirty="0">
                <a:solidFill>
                  <a:schemeClr val="tx1"/>
                </a:solidFill>
                <a:effectLst/>
              </a:rPr>
              <a:t>Many of the formatting tags are deprecated</a:t>
            </a:r>
          </a:p>
          <a:p>
            <a:pPr lvl="2">
              <a:defRPr/>
            </a:pPr>
            <a:r>
              <a:rPr lang="en-US" sz="1800" dirty="0">
                <a:solidFill>
                  <a:schemeClr val="tx1"/>
                </a:solidFill>
                <a:effectLst/>
              </a:rPr>
              <a:t>Use CSS instead</a:t>
            </a:r>
          </a:p>
        </p:txBody>
      </p:sp>
      <p:sp>
        <p:nvSpPr>
          <p:cNvPr id="2" name="Footer Placeholder 1">
            <a:extLst>
              <a:ext uri="{FF2B5EF4-FFF2-40B4-BE49-F238E27FC236}">
                <a16:creationId xmlns="" xmlns:a16="http://schemas.microsoft.com/office/drawing/2014/main" id="{2AD75FBD-83A2-00FB-7403-028BA3CDAB7A}"/>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3" name="Slide Number Placeholder 2">
            <a:extLst>
              <a:ext uri="{FF2B5EF4-FFF2-40B4-BE49-F238E27FC236}">
                <a16:creationId xmlns="" xmlns:a16="http://schemas.microsoft.com/office/drawing/2014/main" id="{2CCE72B6-9B00-AD86-011F-8A2EE44EA2E7}"/>
              </a:ext>
            </a:extLst>
          </p:cNvPr>
          <p:cNvSpPr>
            <a:spLocks noGrp="1"/>
          </p:cNvSpPr>
          <p:nvPr>
            <p:ph type="sldNum" sz="quarter" idx="12"/>
          </p:nvPr>
        </p:nvSpPr>
        <p:spPr/>
        <p:txBody>
          <a:bodyPr/>
          <a:lstStyle/>
          <a:p>
            <a:fld id="{EA01E00C-350D-493E-B140-69306DC35D1C}" type="slidenum">
              <a:rPr lang="en-US" smtClean="0"/>
              <a:pPr/>
              <a:t>25</a:t>
            </a:fld>
            <a:endParaRPr lang="en-US"/>
          </a:p>
        </p:txBody>
      </p:sp>
    </p:spTree>
    <p:extLst>
      <p:ext uri="{BB962C8B-B14F-4D97-AF65-F5344CB8AC3E}">
        <p14:creationId xmlns:p14="http://schemas.microsoft.com/office/powerpoint/2010/main" val="4063887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4200" y="665480"/>
            <a:ext cx="10972800" cy="685800"/>
          </a:xfrm>
          <a:prstGeom prst="rect">
            <a:avLst/>
          </a:prstGeom>
          <a:noFill/>
        </p:spPr>
        <p:txBody>
          <a:bodyPr wrap="none">
            <a:spAutoFit/>
          </a:bodyPr>
          <a:lstStyle/>
          <a:p>
            <a:pPr>
              <a:defRPr sz="2800" b="1"/>
            </a:pPr>
            <a:r>
              <a:rPr dirty="0"/>
              <a:t>Hyperlinks</a:t>
            </a:r>
          </a:p>
        </p:txBody>
      </p:sp>
      <p:sp>
        <p:nvSpPr>
          <p:cNvPr id="4" name="TextBox 3"/>
          <p:cNvSpPr txBox="1"/>
          <p:nvPr/>
        </p:nvSpPr>
        <p:spPr>
          <a:xfrm>
            <a:off x="1854200" y="1468120"/>
            <a:ext cx="10698480" cy="5166360"/>
          </a:xfrm>
          <a:prstGeom prst="rect">
            <a:avLst/>
          </a:prstGeom>
          <a:noFill/>
        </p:spPr>
        <p:txBody>
          <a:bodyPr wrap="square">
            <a:spAutoFit/>
          </a:bodyPr>
          <a:lstStyle/>
          <a:p>
            <a:pPr>
              <a:spcAft>
                <a:spcPts val="1000"/>
              </a:spcAft>
              <a:defRPr sz="2000"/>
            </a:pPr>
            <a:r>
              <a:rPr dirty="0"/>
              <a:t>The &lt;a&gt; element creates hyperlinks</a:t>
            </a:r>
          </a:p>
          <a:p>
            <a:pPr>
              <a:spcAft>
                <a:spcPts val="1000"/>
              </a:spcAft>
              <a:defRPr sz="2000"/>
            </a:pPr>
            <a:r>
              <a:rPr dirty="0"/>
              <a:t>Example: &lt;a </a:t>
            </a:r>
            <a:r>
              <a:rPr dirty="0" err="1"/>
              <a:t>href</a:t>
            </a:r>
            <a:r>
              <a:rPr dirty="0"/>
              <a:t>="https://www.google.com"&gt;Google&lt;/a&gt;</a:t>
            </a:r>
          </a:p>
          <a:p>
            <a:pPr>
              <a:spcAft>
                <a:spcPts val="1000"/>
              </a:spcAft>
              <a:defRPr sz="2000"/>
            </a:pPr>
            <a:r>
              <a:rPr dirty="0" err="1"/>
              <a:t>href</a:t>
            </a:r>
            <a:r>
              <a:rPr dirty="0"/>
              <a:t> specifies the destination</a:t>
            </a:r>
          </a:p>
          <a:p>
            <a:pPr>
              <a:spcAft>
                <a:spcPts val="1000"/>
              </a:spcAft>
              <a:defRPr sz="2000"/>
            </a:pPr>
            <a:r>
              <a:rPr dirty="0"/>
              <a:t>Links can point to webpages, files, sections, email addresses and other resources</a:t>
            </a:r>
          </a:p>
        </p:txBody>
      </p:sp>
      <p:sp>
        <p:nvSpPr>
          <p:cNvPr id="5" name="Footer Placeholder 4">
            <a:extLst>
              <a:ext uri="{FF2B5EF4-FFF2-40B4-BE49-F238E27FC236}">
                <a16:creationId xmlns="" xmlns:a16="http://schemas.microsoft.com/office/drawing/2014/main" id="{566B24F3-A809-CEEA-7CE9-C1DB96CDD23B}"/>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060AB763-AB25-59C0-2307-6F3B6EDF1B23}"/>
              </a:ext>
            </a:extLst>
          </p:cNvPr>
          <p:cNvSpPr>
            <a:spLocks noGrp="1"/>
          </p:cNvSpPr>
          <p:nvPr>
            <p:ph type="sldNum" sz="quarter" idx="12"/>
          </p:nvPr>
        </p:nvSpPr>
        <p:spPr/>
        <p:txBody>
          <a:bodyPr/>
          <a:lstStyle/>
          <a:p>
            <a:fld id="{D57F1E4F-1CFF-5643-939E-02111984F565}" type="slidenum">
              <a:rPr lang="en-US" smtClean="0"/>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23720" y="655320"/>
            <a:ext cx="10972800" cy="685800"/>
          </a:xfrm>
          <a:prstGeom prst="rect">
            <a:avLst/>
          </a:prstGeom>
          <a:noFill/>
        </p:spPr>
        <p:txBody>
          <a:bodyPr wrap="none">
            <a:spAutoFit/>
          </a:bodyPr>
          <a:lstStyle/>
          <a:p>
            <a:pPr>
              <a:defRPr sz="2800" b="1"/>
            </a:pPr>
            <a:r>
              <a:t>Absolute vs Relative URLs</a:t>
            </a:r>
          </a:p>
        </p:txBody>
      </p:sp>
      <p:sp>
        <p:nvSpPr>
          <p:cNvPr id="4" name="TextBox 3"/>
          <p:cNvSpPr txBox="1"/>
          <p:nvPr/>
        </p:nvSpPr>
        <p:spPr>
          <a:xfrm>
            <a:off x="1823720" y="1427480"/>
            <a:ext cx="9149080" cy="1708160"/>
          </a:xfrm>
          <a:prstGeom prst="rect">
            <a:avLst/>
          </a:prstGeom>
          <a:noFill/>
        </p:spPr>
        <p:txBody>
          <a:bodyPr wrap="square">
            <a:spAutoFit/>
          </a:bodyPr>
          <a:lstStyle/>
          <a:p>
            <a:pPr>
              <a:spcAft>
                <a:spcPts val="1000"/>
              </a:spcAft>
              <a:defRPr sz="2000"/>
            </a:pPr>
            <a:r>
              <a:rPr dirty="0"/>
              <a:t>Absolute URL: complete address, e.g. https://www.comsats.edu.pk</a:t>
            </a:r>
          </a:p>
          <a:p>
            <a:pPr>
              <a:spcAft>
                <a:spcPts val="1000"/>
              </a:spcAft>
              <a:defRPr sz="2000"/>
            </a:pPr>
            <a:r>
              <a:rPr dirty="0"/>
              <a:t>Relative URL: location relative to the current document, e.g. about.html</a:t>
            </a:r>
          </a:p>
          <a:p>
            <a:pPr>
              <a:spcAft>
                <a:spcPts val="1000"/>
              </a:spcAft>
              <a:defRPr sz="2000"/>
            </a:pPr>
            <a:r>
              <a:rPr dirty="0"/>
              <a:t>Use absolute URLs commonly for external websites</a:t>
            </a:r>
          </a:p>
          <a:p>
            <a:pPr>
              <a:spcAft>
                <a:spcPts val="1000"/>
              </a:spcAft>
              <a:defRPr sz="2000"/>
            </a:pPr>
            <a:r>
              <a:rPr dirty="0"/>
              <a:t>Use relative URLs commonly for pages/files within the same website</a:t>
            </a:r>
          </a:p>
        </p:txBody>
      </p:sp>
      <p:sp>
        <p:nvSpPr>
          <p:cNvPr id="5" name="Footer Placeholder 4">
            <a:extLst>
              <a:ext uri="{FF2B5EF4-FFF2-40B4-BE49-F238E27FC236}">
                <a16:creationId xmlns="" xmlns:a16="http://schemas.microsoft.com/office/drawing/2014/main" id="{BA0A181B-7E36-0202-8749-255696B11EFD}"/>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50FDD5BE-777E-D868-1DB5-B7E0225A8596}"/>
              </a:ext>
            </a:extLst>
          </p:cNvPr>
          <p:cNvSpPr>
            <a:spLocks noGrp="1"/>
          </p:cNvSpPr>
          <p:nvPr>
            <p:ph type="sldNum" sz="quarter" idx="12"/>
          </p:nvPr>
        </p:nvSpPr>
        <p:spPr/>
        <p:txBody>
          <a:bodyPr/>
          <a:lstStyle/>
          <a:p>
            <a:fld id="{D57F1E4F-1CFF-5643-939E-02111984F565}"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64360" y="665480"/>
            <a:ext cx="10972800" cy="685800"/>
          </a:xfrm>
          <a:prstGeom prst="rect">
            <a:avLst/>
          </a:prstGeom>
          <a:noFill/>
        </p:spPr>
        <p:txBody>
          <a:bodyPr wrap="none">
            <a:spAutoFit/>
          </a:bodyPr>
          <a:lstStyle/>
          <a:p>
            <a:pPr>
              <a:defRPr sz="2800" b="1"/>
            </a:pPr>
            <a:r>
              <a:rPr dirty="0"/>
              <a:t>Images</a:t>
            </a:r>
          </a:p>
        </p:txBody>
      </p:sp>
      <p:sp>
        <p:nvSpPr>
          <p:cNvPr id="4" name="TextBox 3"/>
          <p:cNvSpPr txBox="1"/>
          <p:nvPr/>
        </p:nvSpPr>
        <p:spPr>
          <a:xfrm>
            <a:off x="1864360" y="1351280"/>
            <a:ext cx="10698480" cy="5166360"/>
          </a:xfrm>
          <a:prstGeom prst="rect">
            <a:avLst/>
          </a:prstGeom>
          <a:noFill/>
        </p:spPr>
        <p:txBody>
          <a:bodyPr wrap="square">
            <a:spAutoFit/>
          </a:bodyPr>
          <a:lstStyle/>
          <a:p>
            <a:pPr>
              <a:spcAft>
                <a:spcPts val="1000"/>
              </a:spcAft>
              <a:defRPr sz="2000"/>
            </a:pPr>
            <a:r>
              <a:rPr dirty="0"/>
              <a:t>Use &lt;</a:t>
            </a:r>
            <a:r>
              <a:rPr dirty="0" err="1"/>
              <a:t>img</a:t>
            </a:r>
            <a:r>
              <a:rPr dirty="0"/>
              <a:t>&gt; to display an image</a:t>
            </a:r>
          </a:p>
          <a:p>
            <a:pPr>
              <a:spcAft>
                <a:spcPts val="1000"/>
              </a:spcAft>
              <a:defRPr sz="2000"/>
            </a:pPr>
            <a:r>
              <a:rPr dirty="0"/>
              <a:t>Example: &lt;</a:t>
            </a:r>
            <a:r>
              <a:rPr dirty="0" err="1"/>
              <a:t>img</a:t>
            </a:r>
            <a:r>
              <a:rPr dirty="0"/>
              <a:t> </a:t>
            </a:r>
            <a:r>
              <a:rPr dirty="0" err="1"/>
              <a:t>src</a:t>
            </a:r>
            <a:r>
              <a:rPr dirty="0"/>
              <a:t>="campus.jpg" alt="University campus"&gt;</a:t>
            </a:r>
          </a:p>
          <a:p>
            <a:pPr>
              <a:spcAft>
                <a:spcPts val="1000"/>
              </a:spcAft>
              <a:defRPr sz="2000"/>
            </a:pPr>
            <a:r>
              <a:rPr dirty="0" err="1"/>
              <a:t>src</a:t>
            </a:r>
            <a:r>
              <a:rPr dirty="0"/>
              <a:t> → image location</a:t>
            </a:r>
          </a:p>
          <a:p>
            <a:pPr>
              <a:spcAft>
                <a:spcPts val="1000"/>
              </a:spcAft>
              <a:defRPr sz="2000"/>
            </a:pPr>
            <a:r>
              <a:rPr dirty="0"/>
              <a:t>alt → alternative text</a:t>
            </a:r>
          </a:p>
          <a:p>
            <a:pPr>
              <a:spcAft>
                <a:spcPts val="1000"/>
              </a:spcAft>
              <a:defRPr sz="2000"/>
            </a:pPr>
            <a:r>
              <a:rPr dirty="0"/>
              <a:t>Width/height can control dimensions</a:t>
            </a:r>
          </a:p>
          <a:p>
            <a:pPr>
              <a:spcAft>
                <a:spcPts val="1000"/>
              </a:spcAft>
              <a:defRPr sz="2000"/>
            </a:pPr>
            <a:r>
              <a:rPr dirty="0"/>
              <a:t>Meaningful alt text improves accessibility</a:t>
            </a:r>
          </a:p>
        </p:txBody>
      </p:sp>
      <p:sp>
        <p:nvSpPr>
          <p:cNvPr id="5" name="Footer Placeholder 4">
            <a:extLst>
              <a:ext uri="{FF2B5EF4-FFF2-40B4-BE49-F238E27FC236}">
                <a16:creationId xmlns="" xmlns:a16="http://schemas.microsoft.com/office/drawing/2014/main" id="{8FBDF8CD-F5FA-7DD6-1104-17F495611879}"/>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17CC999C-312B-5111-3FE2-E93C55F66BB0}"/>
              </a:ext>
            </a:extLst>
          </p:cNvPr>
          <p:cNvSpPr>
            <a:spLocks noGrp="1"/>
          </p:cNvSpPr>
          <p:nvPr>
            <p:ph type="sldNum" sz="quarter" idx="12"/>
          </p:nvPr>
        </p:nvSpPr>
        <p:spPr/>
        <p:txBody>
          <a:bodyPr/>
          <a:lstStyle/>
          <a:p>
            <a:fld id="{D57F1E4F-1CFF-5643-939E-02111984F565}" type="slidenum">
              <a:rPr lang="en-US" smtClean="0"/>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44040" y="716280"/>
            <a:ext cx="10972800" cy="685800"/>
          </a:xfrm>
          <a:prstGeom prst="rect">
            <a:avLst/>
          </a:prstGeom>
          <a:noFill/>
        </p:spPr>
        <p:txBody>
          <a:bodyPr wrap="none">
            <a:spAutoFit/>
          </a:bodyPr>
          <a:lstStyle/>
          <a:p>
            <a:pPr>
              <a:defRPr sz="2800" b="1"/>
            </a:pPr>
            <a:r>
              <a:rPr dirty="0"/>
              <a:t>Audio and Video</a:t>
            </a:r>
          </a:p>
        </p:txBody>
      </p:sp>
      <p:sp>
        <p:nvSpPr>
          <p:cNvPr id="4" name="TextBox 3"/>
          <p:cNvSpPr txBox="1"/>
          <p:nvPr/>
        </p:nvSpPr>
        <p:spPr>
          <a:xfrm>
            <a:off x="1844040" y="1402080"/>
            <a:ext cx="10698480" cy="5166360"/>
          </a:xfrm>
          <a:prstGeom prst="rect">
            <a:avLst/>
          </a:prstGeom>
          <a:noFill/>
        </p:spPr>
        <p:txBody>
          <a:bodyPr wrap="square">
            <a:spAutoFit/>
          </a:bodyPr>
          <a:lstStyle/>
          <a:p>
            <a:pPr>
              <a:spcAft>
                <a:spcPts val="1000"/>
              </a:spcAft>
              <a:defRPr sz="2000"/>
            </a:pPr>
            <a:r>
              <a:rPr dirty="0"/>
              <a:t>HTML5 provides native media elements</a:t>
            </a:r>
          </a:p>
          <a:p>
            <a:pPr>
              <a:spcAft>
                <a:spcPts val="1000"/>
              </a:spcAft>
              <a:defRPr sz="2000"/>
            </a:pPr>
            <a:r>
              <a:rPr dirty="0"/>
              <a:t>Audio: &lt;audio controls&gt; ... &lt;/audio&gt;</a:t>
            </a:r>
          </a:p>
          <a:p>
            <a:pPr>
              <a:spcAft>
                <a:spcPts val="1000"/>
              </a:spcAft>
              <a:defRPr sz="2000"/>
            </a:pPr>
            <a:r>
              <a:rPr dirty="0"/>
              <a:t>Video: &lt;video controls&gt; ... &lt;/video&gt;</a:t>
            </a:r>
          </a:p>
          <a:p>
            <a:pPr>
              <a:spcAft>
                <a:spcPts val="1000"/>
              </a:spcAft>
              <a:defRPr sz="2000"/>
            </a:pPr>
            <a:r>
              <a:rPr dirty="0"/>
              <a:t>The &lt;source&gt; element can specify media files and MIME types</a:t>
            </a:r>
          </a:p>
          <a:p>
            <a:pPr>
              <a:spcAft>
                <a:spcPts val="1000"/>
              </a:spcAft>
              <a:defRPr sz="2000"/>
            </a:pPr>
            <a:r>
              <a:rPr dirty="0"/>
              <a:t>controls provides browser playback controls</a:t>
            </a:r>
          </a:p>
        </p:txBody>
      </p:sp>
      <p:sp>
        <p:nvSpPr>
          <p:cNvPr id="5" name="Footer Placeholder 4">
            <a:extLst>
              <a:ext uri="{FF2B5EF4-FFF2-40B4-BE49-F238E27FC236}">
                <a16:creationId xmlns="" xmlns:a16="http://schemas.microsoft.com/office/drawing/2014/main" id="{43B682CC-379D-97D8-6ED3-A6F1B696864B}"/>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732B4CB6-9A30-CE59-0961-F0AA9DB33611}"/>
              </a:ext>
            </a:extLst>
          </p:cNvPr>
          <p:cNvSpPr>
            <a:spLocks noGrp="1"/>
          </p:cNvSpPr>
          <p:nvPr>
            <p:ph type="sldNum" sz="quarter" idx="12"/>
          </p:nvPr>
        </p:nvSpPr>
        <p:spPr/>
        <p:txBody>
          <a:bodyPr/>
          <a:lstStyle/>
          <a:p>
            <a:fld id="{D57F1E4F-1CFF-5643-939E-02111984F565}"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83080" y="685800"/>
            <a:ext cx="10972800" cy="685800"/>
          </a:xfrm>
          <a:prstGeom prst="rect">
            <a:avLst/>
          </a:prstGeom>
          <a:noFill/>
        </p:spPr>
        <p:txBody>
          <a:bodyPr wrap="none">
            <a:spAutoFit/>
          </a:bodyPr>
          <a:lstStyle/>
          <a:p>
            <a:pPr>
              <a:defRPr sz="2800" b="1"/>
            </a:pPr>
            <a:r>
              <a:rPr dirty="0"/>
              <a:t>Embedding External Content with &lt;</a:t>
            </a:r>
            <a:r>
              <a:rPr dirty="0" err="1"/>
              <a:t>iframe</a:t>
            </a:r>
            <a:r>
              <a:rPr dirty="0"/>
              <a:t>&gt;</a:t>
            </a:r>
          </a:p>
        </p:txBody>
      </p:sp>
      <p:sp>
        <p:nvSpPr>
          <p:cNvPr id="4" name="TextBox 3"/>
          <p:cNvSpPr txBox="1"/>
          <p:nvPr/>
        </p:nvSpPr>
        <p:spPr>
          <a:xfrm>
            <a:off x="1783080" y="1371600"/>
            <a:ext cx="10698480" cy="5166360"/>
          </a:xfrm>
          <a:prstGeom prst="rect">
            <a:avLst/>
          </a:prstGeom>
          <a:noFill/>
        </p:spPr>
        <p:txBody>
          <a:bodyPr wrap="square">
            <a:spAutoFit/>
          </a:bodyPr>
          <a:lstStyle/>
          <a:p>
            <a:pPr>
              <a:spcAft>
                <a:spcPts val="1000"/>
              </a:spcAft>
              <a:defRPr sz="2000"/>
            </a:pPr>
            <a:r>
              <a:rPr dirty="0"/>
              <a:t>&lt;</a:t>
            </a:r>
            <a:r>
              <a:rPr dirty="0" err="1"/>
              <a:t>iframe</a:t>
            </a:r>
            <a:r>
              <a:rPr dirty="0"/>
              <a:t>&gt; embeds external content in a webpage</a:t>
            </a:r>
          </a:p>
          <a:p>
            <a:pPr>
              <a:spcAft>
                <a:spcPts val="1000"/>
              </a:spcAft>
              <a:defRPr sz="2000"/>
            </a:pPr>
            <a:r>
              <a:rPr dirty="0"/>
              <a:t>Common uses: YouTube videos, maps and other embeddable content</a:t>
            </a:r>
          </a:p>
          <a:p>
            <a:pPr>
              <a:spcAft>
                <a:spcPts val="1000"/>
              </a:spcAft>
              <a:defRPr sz="2000"/>
            </a:pPr>
            <a:r>
              <a:rPr dirty="0"/>
              <a:t>Example: &lt;</a:t>
            </a:r>
            <a:r>
              <a:rPr dirty="0" err="1"/>
              <a:t>iframe</a:t>
            </a:r>
            <a:r>
              <a:rPr dirty="0"/>
              <a:t> </a:t>
            </a:r>
            <a:r>
              <a:rPr dirty="0" err="1"/>
              <a:t>src</a:t>
            </a:r>
            <a:r>
              <a:rPr dirty="0"/>
              <a:t>="https://www.youtube.com/embed/VIDEO_ID" title="Video"&gt;&lt;/</a:t>
            </a:r>
            <a:r>
              <a:rPr dirty="0" err="1"/>
              <a:t>iframe</a:t>
            </a:r>
            <a:r>
              <a:rPr dirty="0"/>
              <a:t>&gt;</a:t>
            </a:r>
          </a:p>
          <a:p>
            <a:pPr>
              <a:spcAft>
                <a:spcPts val="1000"/>
              </a:spcAft>
              <a:defRPr sz="2000"/>
            </a:pPr>
            <a:r>
              <a:rPr dirty="0"/>
              <a:t>Use an appropriate width, height and descriptive title</a:t>
            </a:r>
          </a:p>
        </p:txBody>
      </p:sp>
      <p:sp>
        <p:nvSpPr>
          <p:cNvPr id="5" name="Footer Placeholder 4">
            <a:extLst>
              <a:ext uri="{FF2B5EF4-FFF2-40B4-BE49-F238E27FC236}">
                <a16:creationId xmlns="" xmlns:a16="http://schemas.microsoft.com/office/drawing/2014/main" id="{B8EAFC8C-C074-0B31-1E84-262FB0BFEA05}"/>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FC8F087A-C97F-6D6F-1B7B-8713B633A813}"/>
              </a:ext>
            </a:extLst>
          </p:cNvPr>
          <p:cNvSpPr>
            <a:spLocks noGrp="1"/>
          </p:cNvSpPr>
          <p:nvPr>
            <p:ph type="sldNum" sz="quarter" idx="12"/>
          </p:nvPr>
        </p:nvSpPr>
        <p:spPr/>
        <p:txBody>
          <a:bodyPr/>
          <a:lstStyle/>
          <a:p>
            <a:fld id="{D57F1E4F-1CFF-5643-939E-02111984F565}"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03400" y="706120"/>
            <a:ext cx="10972800" cy="685800"/>
          </a:xfrm>
          <a:prstGeom prst="rect">
            <a:avLst/>
          </a:prstGeom>
          <a:noFill/>
        </p:spPr>
        <p:txBody>
          <a:bodyPr wrap="none">
            <a:spAutoFit/>
          </a:bodyPr>
          <a:lstStyle/>
          <a:p>
            <a:pPr>
              <a:defRPr sz="2800" b="1"/>
            </a:pPr>
            <a:r>
              <a:rPr dirty="0"/>
              <a:t>HTML Lists</a:t>
            </a:r>
          </a:p>
        </p:txBody>
      </p:sp>
      <p:sp>
        <p:nvSpPr>
          <p:cNvPr id="4" name="TextBox 3"/>
          <p:cNvSpPr txBox="1"/>
          <p:nvPr/>
        </p:nvSpPr>
        <p:spPr>
          <a:xfrm>
            <a:off x="1803400" y="1391920"/>
            <a:ext cx="10698480" cy="5166360"/>
          </a:xfrm>
          <a:prstGeom prst="rect">
            <a:avLst/>
          </a:prstGeom>
          <a:noFill/>
        </p:spPr>
        <p:txBody>
          <a:bodyPr wrap="square">
            <a:spAutoFit/>
          </a:bodyPr>
          <a:lstStyle/>
          <a:p>
            <a:pPr>
              <a:spcAft>
                <a:spcPts val="1000"/>
              </a:spcAft>
              <a:defRPr sz="2000"/>
            </a:pPr>
            <a:r>
              <a:rPr dirty="0"/>
              <a:t>Unordered list: &lt;ul&gt; with &lt;li&gt; items</a:t>
            </a:r>
          </a:p>
          <a:p>
            <a:pPr>
              <a:spcAft>
                <a:spcPts val="1000"/>
              </a:spcAft>
              <a:defRPr sz="2000"/>
            </a:pPr>
            <a:r>
              <a:rPr dirty="0"/>
              <a:t>Ordered list: &lt;</a:t>
            </a:r>
            <a:r>
              <a:rPr dirty="0" err="1"/>
              <a:t>ol</a:t>
            </a:r>
            <a:r>
              <a:rPr dirty="0"/>
              <a:t>&gt; with &lt;li&gt; items</a:t>
            </a:r>
          </a:p>
          <a:p>
            <a:pPr>
              <a:spcAft>
                <a:spcPts val="1000"/>
              </a:spcAft>
              <a:defRPr sz="2000"/>
            </a:pPr>
            <a:r>
              <a:rPr dirty="0"/>
              <a:t>Example: &lt;ul&gt;&lt;li&gt;HTML&lt;/li&gt;&lt;li&gt;CSS&lt;/li&gt;&lt;/ul&gt;</a:t>
            </a:r>
          </a:p>
          <a:p>
            <a:pPr>
              <a:spcAft>
                <a:spcPts val="1000"/>
              </a:spcAft>
              <a:defRPr sz="2000"/>
            </a:pPr>
            <a:r>
              <a:rPr dirty="0"/>
              <a:t>Lists are useful for menus, steps, features and collections</a:t>
            </a:r>
          </a:p>
        </p:txBody>
      </p:sp>
      <p:sp>
        <p:nvSpPr>
          <p:cNvPr id="5" name="Footer Placeholder 4">
            <a:extLst>
              <a:ext uri="{FF2B5EF4-FFF2-40B4-BE49-F238E27FC236}">
                <a16:creationId xmlns="" xmlns:a16="http://schemas.microsoft.com/office/drawing/2014/main" id="{365F91FF-59ED-04BA-D444-BDBCC39E32E3}"/>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42C5A45F-8964-DF03-6A90-21A25A541094}"/>
              </a:ext>
            </a:extLst>
          </p:cNvPr>
          <p:cNvSpPr>
            <a:spLocks noGrp="1"/>
          </p:cNvSpPr>
          <p:nvPr>
            <p:ph type="sldNum" sz="quarter" idx="12"/>
          </p:nvPr>
        </p:nvSpPr>
        <p:spPr/>
        <p:txBody>
          <a:bodyPr/>
          <a:lstStyle/>
          <a:p>
            <a:fld id="{D57F1E4F-1CFF-5643-939E-02111984F565}"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0" name="Text Box 6"/>
          <p:cNvSpPr txBox="1">
            <a:spLocks noChangeArrowheads="1"/>
          </p:cNvSpPr>
          <p:nvPr/>
        </p:nvSpPr>
        <p:spPr bwMode="auto">
          <a:xfrm>
            <a:off x="5016501" y="4937126"/>
            <a:ext cx="2141933" cy="1200329"/>
          </a:xfrm>
          <a:prstGeom prst="rect">
            <a:avLst/>
          </a:prstGeom>
          <a:noFill/>
          <a:ln w="38100">
            <a:noFill/>
            <a:miter lim="800000"/>
            <a:headEnd/>
            <a:tailEnd/>
          </a:ln>
        </p:spPr>
        <p:txBody>
          <a:bodyPr wrap="none">
            <a:spAutoFit/>
          </a:bodyPr>
          <a:lstStyle/>
          <a:p>
            <a:pPr marL="457200" indent="-457200">
              <a:buFontTx/>
              <a:buAutoNum type="alphaLcPeriod"/>
            </a:pPr>
            <a:r>
              <a:rPr lang="en-US" sz="2400" b="1" dirty="0"/>
              <a:t>Apple</a:t>
            </a:r>
          </a:p>
          <a:p>
            <a:pPr marL="457200" indent="-457200">
              <a:buFontTx/>
              <a:buAutoNum type="alphaLcPeriod"/>
            </a:pPr>
            <a:r>
              <a:rPr lang="en-US" sz="2400" b="1" dirty="0"/>
              <a:t>Orange</a:t>
            </a:r>
          </a:p>
          <a:p>
            <a:pPr marL="457200" indent="-457200">
              <a:buFontTx/>
              <a:buAutoNum type="alphaLcPeriod"/>
            </a:pPr>
            <a:r>
              <a:rPr lang="en-US" sz="2400" b="1" dirty="0"/>
              <a:t>Grapefruit</a:t>
            </a:r>
          </a:p>
        </p:txBody>
      </p:sp>
      <p:sp>
        <p:nvSpPr>
          <p:cNvPr id="921602" name="Rectangle 2"/>
          <p:cNvSpPr>
            <a:spLocks noGrp="1" noChangeArrowheads="1"/>
          </p:cNvSpPr>
          <p:nvPr>
            <p:ph type="title"/>
          </p:nvPr>
        </p:nvSpPr>
        <p:spPr>
          <a:xfrm>
            <a:off x="1797636" y="623108"/>
            <a:ext cx="8785599" cy="1280890"/>
          </a:xfrm>
        </p:spPr>
        <p:txBody>
          <a:bodyPr/>
          <a:lstStyle/>
          <a:p>
            <a:pPr>
              <a:defRPr/>
            </a:pPr>
            <a:r>
              <a:rPr lang="en-US" dirty="0">
                <a:solidFill>
                  <a:schemeClr val="tx1"/>
                </a:solidFill>
              </a:rPr>
              <a:t>Ordered Lists: </a:t>
            </a:r>
            <a:r>
              <a:rPr lang="en-US" noProof="1">
                <a:solidFill>
                  <a:schemeClr val="tx1"/>
                </a:solidFill>
              </a:rPr>
              <a:t>&lt;ol&gt;</a:t>
            </a:r>
            <a:r>
              <a:rPr lang="en-US" dirty="0">
                <a:solidFill>
                  <a:schemeClr val="tx1"/>
                </a:solidFill>
              </a:rPr>
              <a:t> Tag</a:t>
            </a:r>
          </a:p>
        </p:txBody>
      </p:sp>
      <p:sp>
        <p:nvSpPr>
          <p:cNvPr id="921603" name="Rectangle 3"/>
          <p:cNvSpPr>
            <a:spLocks noGrp="1" noChangeArrowheads="1"/>
          </p:cNvSpPr>
          <p:nvPr>
            <p:ph idx="1"/>
          </p:nvPr>
        </p:nvSpPr>
        <p:spPr>
          <a:xfrm>
            <a:off x="1752600" y="1482436"/>
            <a:ext cx="8686800" cy="5146964"/>
          </a:xfrm>
        </p:spPr>
        <p:txBody>
          <a:bodyPr>
            <a:normAutofit/>
          </a:bodyPr>
          <a:lstStyle/>
          <a:p>
            <a:pPr>
              <a:defRPr/>
            </a:pPr>
            <a:r>
              <a:rPr lang="en-US" sz="2400" dirty="0">
                <a:solidFill>
                  <a:schemeClr val="tx1"/>
                </a:solidFill>
              </a:rPr>
              <a:t>Create an Ordered List using </a:t>
            </a:r>
            <a:r>
              <a:rPr lang="en-US" sz="2400" noProof="1">
                <a:solidFill>
                  <a:schemeClr val="tx1"/>
                </a:solidFill>
                <a:latin typeface="Consolas" pitchFamily="49" charset="0"/>
                <a:cs typeface="Consolas" pitchFamily="49" charset="0"/>
              </a:rPr>
              <a:t>&lt;ol&gt;&lt;/ol&gt;</a:t>
            </a:r>
            <a:r>
              <a:rPr lang="en-US" sz="2400" dirty="0">
                <a:solidFill>
                  <a:schemeClr val="tx1"/>
                </a:solidFill>
              </a:rPr>
              <a:t>:</a:t>
            </a:r>
            <a:endParaRPr lang="en-US" sz="2400" noProof="1">
              <a:solidFill>
                <a:schemeClr val="tx1"/>
              </a:solidFill>
              <a:latin typeface="Consolas" pitchFamily="49" charset="0"/>
              <a:cs typeface="Consolas" pitchFamily="49" charset="0"/>
            </a:endParaRPr>
          </a:p>
          <a:p>
            <a:pPr>
              <a:defRPr/>
            </a:pPr>
            <a:endParaRPr lang="en-US" sz="2400" noProof="1">
              <a:solidFill>
                <a:schemeClr val="tx1"/>
              </a:solidFill>
              <a:latin typeface="Courier New" pitchFamily="49" charset="0"/>
            </a:endParaRPr>
          </a:p>
          <a:p>
            <a:pPr>
              <a:defRPr/>
            </a:pPr>
            <a:endParaRPr lang="en-US" sz="2400" dirty="0">
              <a:solidFill>
                <a:schemeClr val="tx1"/>
              </a:solidFill>
              <a:latin typeface="Courier New" pitchFamily="49" charset="0"/>
            </a:endParaRPr>
          </a:p>
          <a:p>
            <a:pPr>
              <a:defRPr/>
            </a:pPr>
            <a:endParaRPr lang="en-US" sz="2400" dirty="0">
              <a:solidFill>
                <a:schemeClr val="tx1"/>
              </a:solidFill>
              <a:latin typeface="Courier New" pitchFamily="49" charset="0"/>
            </a:endParaRPr>
          </a:p>
          <a:p>
            <a:pPr>
              <a:defRPr/>
            </a:pPr>
            <a:endParaRPr lang="en-US" sz="2400" dirty="0">
              <a:solidFill>
                <a:schemeClr val="tx1"/>
              </a:solidFill>
            </a:endParaRPr>
          </a:p>
          <a:p>
            <a:pPr>
              <a:defRPr/>
            </a:pPr>
            <a:r>
              <a:rPr lang="en-US" sz="2400" dirty="0">
                <a:solidFill>
                  <a:schemeClr val="tx1"/>
                </a:solidFill>
              </a:rPr>
              <a:t>Attribute values for </a:t>
            </a:r>
            <a:r>
              <a:rPr lang="en-US" sz="2400" dirty="0">
                <a:solidFill>
                  <a:schemeClr val="tx1"/>
                </a:solidFill>
                <a:latin typeface="Consolas" pitchFamily="49" charset="0"/>
                <a:cs typeface="Consolas" pitchFamily="49" charset="0"/>
              </a:rPr>
              <a:t>type</a:t>
            </a:r>
            <a:r>
              <a:rPr lang="en-US" sz="2400" dirty="0">
                <a:solidFill>
                  <a:schemeClr val="tx1"/>
                </a:solidFill>
              </a:rPr>
              <a:t> are </a:t>
            </a:r>
            <a:r>
              <a:rPr lang="en-US" sz="2400" noProof="1">
                <a:solidFill>
                  <a:schemeClr val="tx1"/>
                </a:solidFill>
                <a:latin typeface="Consolas" pitchFamily="49" charset="0"/>
                <a:cs typeface="Consolas" pitchFamily="49" charset="0"/>
              </a:rPr>
              <a:t>1</a:t>
            </a:r>
            <a:r>
              <a:rPr lang="en-US" sz="2400" dirty="0">
                <a:solidFill>
                  <a:schemeClr val="tx1"/>
                </a:solidFill>
              </a:rPr>
              <a:t>, </a:t>
            </a:r>
            <a:r>
              <a:rPr lang="en-US" sz="2400" noProof="1">
                <a:solidFill>
                  <a:schemeClr val="tx1"/>
                </a:solidFill>
                <a:latin typeface="Consolas" pitchFamily="49" charset="0"/>
                <a:cs typeface="Consolas" pitchFamily="49" charset="0"/>
              </a:rPr>
              <a:t>A</a:t>
            </a:r>
            <a:r>
              <a:rPr lang="en-US" sz="2400" dirty="0">
                <a:solidFill>
                  <a:schemeClr val="tx1"/>
                </a:solidFill>
              </a:rPr>
              <a:t>, </a:t>
            </a:r>
            <a:r>
              <a:rPr lang="en-US" sz="2400" noProof="1">
                <a:solidFill>
                  <a:schemeClr val="tx1"/>
                </a:solidFill>
                <a:latin typeface="Consolas" pitchFamily="49" charset="0"/>
                <a:cs typeface="Consolas" pitchFamily="49" charset="0"/>
              </a:rPr>
              <a:t>a</a:t>
            </a:r>
            <a:r>
              <a:rPr lang="en-US" sz="2400" dirty="0">
                <a:solidFill>
                  <a:schemeClr val="tx1"/>
                </a:solidFill>
              </a:rPr>
              <a:t>, </a:t>
            </a:r>
            <a:r>
              <a:rPr lang="en-US" sz="2400" noProof="1">
                <a:solidFill>
                  <a:schemeClr val="tx1"/>
                </a:solidFill>
                <a:latin typeface="Consolas" pitchFamily="49" charset="0"/>
                <a:cs typeface="Consolas" pitchFamily="49" charset="0"/>
              </a:rPr>
              <a:t>I</a:t>
            </a:r>
            <a:r>
              <a:rPr lang="en-US" sz="2400" dirty="0">
                <a:solidFill>
                  <a:schemeClr val="tx1"/>
                </a:solidFill>
              </a:rPr>
              <a:t>, or </a:t>
            </a:r>
            <a:r>
              <a:rPr lang="en-US" sz="2400" noProof="1">
                <a:solidFill>
                  <a:schemeClr val="tx1"/>
                </a:solidFill>
                <a:latin typeface="Consolas" pitchFamily="49" charset="0"/>
                <a:cs typeface="Consolas" pitchFamily="49" charset="0"/>
              </a:rPr>
              <a:t>i</a:t>
            </a:r>
          </a:p>
        </p:txBody>
      </p:sp>
      <p:sp>
        <p:nvSpPr>
          <p:cNvPr id="62468" name="Text Box 4"/>
          <p:cNvSpPr txBox="1">
            <a:spLocks noChangeArrowheads="1"/>
          </p:cNvSpPr>
          <p:nvPr/>
        </p:nvSpPr>
        <p:spPr bwMode="auto">
          <a:xfrm>
            <a:off x="1073198" y="4629232"/>
            <a:ext cx="2141933" cy="1200329"/>
          </a:xfrm>
          <a:prstGeom prst="rect">
            <a:avLst/>
          </a:prstGeom>
          <a:noFill/>
          <a:ln w="28575">
            <a:noFill/>
            <a:miter lim="800000"/>
            <a:headEnd/>
            <a:tailEnd/>
          </a:ln>
        </p:spPr>
        <p:txBody>
          <a:bodyPr wrap="none">
            <a:spAutoFit/>
          </a:bodyPr>
          <a:lstStyle/>
          <a:p>
            <a:pPr marL="457200" indent="-457200">
              <a:buFontTx/>
              <a:buAutoNum type="arabicPeriod"/>
            </a:pPr>
            <a:r>
              <a:rPr lang="en-US" sz="2400" b="1" dirty="0"/>
              <a:t>Apple</a:t>
            </a:r>
          </a:p>
          <a:p>
            <a:pPr marL="457200" indent="-457200">
              <a:buFontTx/>
              <a:buAutoNum type="arabicPeriod"/>
            </a:pPr>
            <a:r>
              <a:rPr lang="en-US" sz="2400" b="1" dirty="0"/>
              <a:t>Orange</a:t>
            </a:r>
          </a:p>
          <a:p>
            <a:pPr marL="457200" indent="-457200">
              <a:buFontTx/>
              <a:buAutoNum type="arabicPeriod"/>
            </a:pPr>
            <a:r>
              <a:rPr lang="en-US" sz="2400" b="1" dirty="0"/>
              <a:t>Grapefruit</a:t>
            </a:r>
          </a:p>
        </p:txBody>
      </p:sp>
      <p:sp>
        <p:nvSpPr>
          <p:cNvPr id="62469" name="Text Box 5"/>
          <p:cNvSpPr txBox="1">
            <a:spLocks noChangeArrowheads="1"/>
          </p:cNvSpPr>
          <p:nvPr/>
        </p:nvSpPr>
        <p:spPr bwMode="auto">
          <a:xfrm>
            <a:off x="3139181" y="5568247"/>
            <a:ext cx="2141933" cy="1200329"/>
          </a:xfrm>
          <a:prstGeom prst="rect">
            <a:avLst/>
          </a:prstGeom>
          <a:noFill/>
          <a:ln w="28575">
            <a:noFill/>
            <a:miter lim="800000"/>
            <a:headEnd/>
            <a:tailEnd/>
          </a:ln>
        </p:spPr>
        <p:txBody>
          <a:bodyPr wrap="none">
            <a:spAutoFit/>
          </a:bodyPr>
          <a:lstStyle/>
          <a:p>
            <a:pPr marL="457200" indent="-457200">
              <a:buFontTx/>
              <a:buAutoNum type="alphaUcPeriod"/>
            </a:pPr>
            <a:r>
              <a:rPr lang="en-US" sz="2400" b="1" dirty="0"/>
              <a:t>Apple</a:t>
            </a:r>
          </a:p>
          <a:p>
            <a:pPr marL="457200" indent="-457200">
              <a:buFontTx/>
              <a:buAutoNum type="alphaUcPeriod"/>
            </a:pPr>
            <a:r>
              <a:rPr lang="en-US" sz="2400" b="1" dirty="0"/>
              <a:t>Orange</a:t>
            </a:r>
          </a:p>
          <a:p>
            <a:pPr marL="457200" indent="-457200">
              <a:buFontTx/>
              <a:buAutoNum type="alphaUcPeriod"/>
            </a:pPr>
            <a:r>
              <a:rPr lang="en-US" sz="2400" b="1" dirty="0"/>
              <a:t>Grapefruit</a:t>
            </a:r>
          </a:p>
        </p:txBody>
      </p:sp>
      <p:sp>
        <p:nvSpPr>
          <p:cNvPr id="62471" name="Text Box 7"/>
          <p:cNvSpPr txBox="1">
            <a:spLocks noChangeArrowheads="1"/>
          </p:cNvSpPr>
          <p:nvPr/>
        </p:nvSpPr>
        <p:spPr bwMode="auto">
          <a:xfrm>
            <a:off x="7125614" y="5297489"/>
            <a:ext cx="2295821" cy="1200329"/>
          </a:xfrm>
          <a:prstGeom prst="rect">
            <a:avLst/>
          </a:prstGeom>
          <a:noFill/>
          <a:ln w="28575">
            <a:noFill/>
            <a:miter lim="800000"/>
            <a:headEnd/>
            <a:tailEnd/>
          </a:ln>
        </p:spPr>
        <p:txBody>
          <a:bodyPr wrap="none">
            <a:spAutoFit/>
          </a:bodyPr>
          <a:lstStyle/>
          <a:p>
            <a:pPr marL="609600" indent="-609600">
              <a:buFontTx/>
              <a:buAutoNum type="romanUcPeriod"/>
            </a:pPr>
            <a:r>
              <a:rPr lang="en-US" sz="2400" b="1" dirty="0"/>
              <a:t>Apple</a:t>
            </a:r>
          </a:p>
          <a:p>
            <a:pPr marL="609600" indent="-609600">
              <a:buFontTx/>
              <a:buAutoNum type="romanUcPeriod"/>
            </a:pPr>
            <a:r>
              <a:rPr lang="en-US" sz="2400" b="1" dirty="0"/>
              <a:t>Orange</a:t>
            </a:r>
          </a:p>
          <a:p>
            <a:pPr marL="609600" indent="-609600">
              <a:buFontTx/>
              <a:buAutoNum type="romanUcPeriod"/>
            </a:pPr>
            <a:r>
              <a:rPr lang="en-US" sz="2400" b="1" dirty="0"/>
              <a:t>Grapefruit</a:t>
            </a:r>
          </a:p>
        </p:txBody>
      </p:sp>
      <p:sp>
        <p:nvSpPr>
          <p:cNvPr id="62472" name="Text Box 8"/>
          <p:cNvSpPr txBox="1">
            <a:spLocks noChangeArrowheads="1"/>
          </p:cNvSpPr>
          <p:nvPr/>
        </p:nvSpPr>
        <p:spPr bwMode="auto">
          <a:xfrm>
            <a:off x="8974146" y="4492074"/>
            <a:ext cx="2180405" cy="1200329"/>
          </a:xfrm>
          <a:prstGeom prst="rect">
            <a:avLst/>
          </a:prstGeom>
          <a:noFill/>
          <a:ln w="28575">
            <a:noFill/>
            <a:miter lim="800000"/>
            <a:headEnd/>
            <a:tailEnd/>
          </a:ln>
        </p:spPr>
        <p:txBody>
          <a:bodyPr wrap="none">
            <a:spAutoFit/>
          </a:bodyPr>
          <a:lstStyle/>
          <a:p>
            <a:pPr marL="495300" indent="-495300">
              <a:buFontTx/>
              <a:buAutoNum type="romanLcPeriod"/>
            </a:pPr>
            <a:r>
              <a:rPr lang="en-US" sz="2400" b="1" dirty="0"/>
              <a:t>Apple</a:t>
            </a:r>
          </a:p>
          <a:p>
            <a:pPr marL="495300" indent="-495300">
              <a:buFontTx/>
              <a:buAutoNum type="romanLcPeriod"/>
            </a:pPr>
            <a:r>
              <a:rPr lang="en-US" sz="2400" b="1" dirty="0"/>
              <a:t>Orange</a:t>
            </a:r>
          </a:p>
          <a:p>
            <a:pPr marL="495300" indent="-495300">
              <a:buFontTx/>
              <a:buAutoNum type="romanLcPeriod"/>
            </a:pPr>
            <a:r>
              <a:rPr lang="en-US" sz="2400" b="1" dirty="0"/>
              <a:t>Grapefruit</a:t>
            </a:r>
          </a:p>
        </p:txBody>
      </p:sp>
      <p:sp>
        <p:nvSpPr>
          <p:cNvPr id="921609" name="Line 9"/>
          <p:cNvSpPr>
            <a:spLocks noChangeShapeType="1"/>
          </p:cNvSpPr>
          <p:nvPr/>
        </p:nvSpPr>
        <p:spPr bwMode="auto">
          <a:xfrm flipH="1">
            <a:off x="2148515" y="4223941"/>
            <a:ext cx="4127594" cy="460485"/>
          </a:xfrm>
          <a:prstGeom prst="line">
            <a:avLst/>
          </a:prstGeom>
          <a:noFill/>
          <a:ln w="38100">
            <a:solidFill>
              <a:schemeClr val="tx1"/>
            </a:solidFill>
            <a:round/>
            <a:headEnd/>
            <a:tailEnd type="stealth" w="lg" len="lg"/>
          </a:ln>
          <a:effectLst/>
        </p:spPr>
        <p:txBody>
          <a:bodyPr wrap="none"/>
          <a:lstStyle/>
          <a:p>
            <a:pPr>
              <a:defRPr/>
            </a:pPr>
            <a:endParaRPr lang="en-US" dirty="0"/>
          </a:p>
        </p:txBody>
      </p:sp>
      <p:sp>
        <p:nvSpPr>
          <p:cNvPr id="921610" name="Oval 10"/>
          <p:cNvSpPr>
            <a:spLocks noChangeArrowheads="1"/>
          </p:cNvSpPr>
          <p:nvPr/>
        </p:nvSpPr>
        <p:spPr bwMode="auto">
          <a:xfrm>
            <a:off x="986617" y="4579832"/>
            <a:ext cx="539750" cy="1333500"/>
          </a:xfrm>
          <a:prstGeom prst="ellipse">
            <a:avLst/>
          </a:prstGeom>
          <a:noFill/>
          <a:ln w="38100">
            <a:solidFill>
              <a:schemeClr val="tx1"/>
            </a:solidFill>
            <a:round/>
            <a:headEnd/>
            <a:tailEnd/>
          </a:ln>
          <a:effectLst/>
        </p:spPr>
        <p:txBody>
          <a:bodyPr wrap="none" anchor="ctr"/>
          <a:lstStyle/>
          <a:p>
            <a:pPr>
              <a:defRPr/>
            </a:pPr>
            <a:endParaRPr lang="en-US" dirty="0"/>
          </a:p>
        </p:txBody>
      </p:sp>
      <p:sp>
        <p:nvSpPr>
          <p:cNvPr id="921611" name="Line 11"/>
          <p:cNvSpPr>
            <a:spLocks noChangeShapeType="1"/>
          </p:cNvSpPr>
          <p:nvPr/>
        </p:nvSpPr>
        <p:spPr bwMode="auto">
          <a:xfrm flipH="1">
            <a:off x="3413089" y="4272269"/>
            <a:ext cx="3337035" cy="1133745"/>
          </a:xfrm>
          <a:prstGeom prst="line">
            <a:avLst/>
          </a:prstGeom>
          <a:noFill/>
          <a:ln w="38100">
            <a:solidFill>
              <a:schemeClr val="tx1"/>
            </a:solidFill>
            <a:round/>
            <a:headEnd/>
            <a:tailEnd type="stealth" w="lg" len="lg"/>
          </a:ln>
          <a:effectLst/>
        </p:spPr>
        <p:txBody>
          <a:bodyPr wrap="none"/>
          <a:lstStyle/>
          <a:p>
            <a:pPr>
              <a:defRPr/>
            </a:pPr>
            <a:endParaRPr lang="en-US" dirty="0"/>
          </a:p>
        </p:txBody>
      </p:sp>
      <p:sp>
        <p:nvSpPr>
          <p:cNvPr id="921612" name="Oval 12"/>
          <p:cNvSpPr>
            <a:spLocks noChangeArrowheads="1"/>
          </p:cNvSpPr>
          <p:nvPr/>
        </p:nvSpPr>
        <p:spPr bwMode="auto">
          <a:xfrm>
            <a:off x="3038468" y="5545190"/>
            <a:ext cx="560823" cy="1371600"/>
          </a:xfrm>
          <a:prstGeom prst="ellipse">
            <a:avLst/>
          </a:prstGeom>
          <a:noFill/>
          <a:ln w="38100">
            <a:solidFill>
              <a:schemeClr val="tx1"/>
            </a:solidFill>
            <a:round/>
            <a:headEnd/>
            <a:tailEnd/>
          </a:ln>
          <a:effectLst/>
        </p:spPr>
        <p:txBody>
          <a:bodyPr wrap="none" anchor="ctr"/>
          <a:lstStyle/>
          <a:p>
            <a:pPr>
              <a:defRPr/>
            </a:pPr>
            <a:endParaRPr lang="en-US" dirty="0"/>
          </a:p>
        </p:txBody>
      </p:sp>
      <p:sp>
        <p:nvSpPr>
          <p:cNvPr id="921613" name="Line 13"/>
          <p:cNvSpPr>
            <a:spLocks noChangeShapeType="1"/>
          </p:cNvSpPr>
          <p:nvPr/>
        </p:nvSpPr>
        <p:spPr bwMode="auto">
          <a:xfrm flipH="1">
            <a:off x="5418706" y="4269151"/>
            <a:ext cx="1706907" cy="871335"/>
          </a:xfrm>
          <a:prstGeom prst="line">
            <a:avLst/>
          </a:prstGeom>
          <a:noFill/>
          <a:ln w="38100">
            <a:solidFill>
              <a:schemeClr val="tx1"/>
            </a:solidFill>
            <a:round/>
            <a:headEnd/>
            <a:tailEnd type="stealth" w="lg" len="lg"/>
          </a:ln>
          <a:effectLst/>
        </p:spPr>
        <p:txBody>
          <a:bodyPr wrap="none"/>
          <a:lstStyle/>
          <a:p>
            <a:pPr>
              <a:defRPr/>
            </a:pPr>
            <a:endParaRPr lang="en-US" dirty="0"/>
          </a:p>
        </p:txBody>
      </p:sp>
      <p:sp>
        <p:nvSpPr>
          <p:cNvPr id="921614" name="Oval 14"/>
          <p:cNvSpPr>
            <a:spLocks noChangeArrowheads="1"/>
          </p:cNvSpPr>
          <p:nvPr/>
        </p:nvSpPr>
        <p:spPr bwMode="auto">
          <a:xfrm>
            <a:off x="4918598" y="4941906"/>
            <a:ext cx="577850" cy="1276350"/>
          </a:xfrm>
          <a:prstGeom prst="ellipse">
            <a:avLst/>
          </a:prstGeom>
          <a:noFill/>
          <a:ln w="38100">
            <a:solidFill>
              <a:schemeClr val="tx1"/>
            </a:solidFill>
            <a:round/>
            <a:headEnd/>
            <a:tailEnd/>
          </a:ln>
          <a:effectLst/>
        </p:spPr>
        <p:txBody>
          <a:bodyPr wrap="none" anchor="ctr"/>
          <a:lstStyle/>
          <a:p>
            <a:pPr>
              <a:defRPr/>
            </a:pPr>
            <a:endParaRPr lang="en-US" dirty="0"/>
          </a:p>
        </p:txBody>
      </p:sp>
      <p:sp>
        <p:nvSpPr>
          <p:cNvPr id="921615" name="Line 15"/>
          <p:cNvSpPr>
            <a:spLocks noChangeShapeType="1"/>
          </p:cNvSpPr>
          <p:nvPr/>
        </p:nvSpPr>
        <p:spPr bwMode="auto">
          <a:xfrm flipH="1">
            <a:off x="7432431" y="4481445"/>
            <a:ext cx="23866" cy="753747"/>
          </a:xfrm>
          <a:prstGeom prst="line">
            <a:avLst/>
          </a:prstGeom>
          <a:noFill/>
          <a:ln w="38100">
            <a:solidFill>
              <a:schemeClr val="tx1"/>
            </a:solidFill>
            <a:round/>
            <a:headEnd/>
            <a:tailEnd type="stealth" w="lg" len="lg"/>
          </a:ln>
          <a:effectLst/>
        </p:spPr>
        <p:txBody>
          <a:bodyPr wrap="none"/>
          <a:lstStyle/>
          <a:p>
            <a:pPr>
              <a:defRPr/>
            </a:pPr>
            <a:endParaRPr lang="en-US" dirty="0"/>
          </a:p>
        </p:txBody>
      </p:sp>
      <p:sp>
        <p:nvSpPr>
          <p:cNvPr id="921616" name="Oval 16"/>
          <p:cNvSpPr>
            <a:spLocks noChangeArrowheads="1"/>
          </p:cNvSpPr>
          <p:nvPr/>
        </p:nvSpPr>
        <p:spPr bwMode="auto">
          <a:xfrm>
            <a:off x="7112549" y="5211853"/>
            <a:ext cx="639763" cy="1371600"/>
          </a:xfrm>
          <a:prstGeom prst="ellipse">
            <a:avLst/>
          </a:prstGeom>
          <a:noFill/>
          <a:ln w="38100">
            <a:solidFill>
              <a:schemeClr val="tx1"/>
            </a:solidFill>
            <a:round/>
            <a:headEnd/>
            <a:tailEnd/>
          </a:ln>
          <a:effectLst/>
        </p:spPr>
        <p:txBody>
          <a:bodyPr wrap="none" anchor="ctr"/>
          <a:lstStyle/>
          <a:p>
            <a:pPr>
              <a:defRPr/>
            </a:pPr>
            <a:endParaRPr lang="en-US" dirty="0"/>
          </a:p>
        </p:txBody>
      </p:sp>
      <p:sp>
        <p:nvSpPr>
          <p:cNvPr id="921617" name="Line 17"/>
          <p:cNvSpPr>
            <a:spLocks noChangeShapeType="1"/>
          </p:cNvSpPr>
          <p:nvPr/>
        </p:nvSpPr>
        <p:spPr bwMode="auto">
          <a:xfrm>
            <a:off x="8273523" y="4255824"/>
            <a:ext cx="596874" cy="624521"/>
          </a:xfrm>
          <a:prstGeom prst="line">
            <a:avLst/>
          </a:prstGeom>
          <a:noFill/>
          <a:ln w="38100">
            <a:solidFill>
              <a:schemeClr val="tx1"/>
            </a:solidFill>
            <a:round/>
            <a:headEnd/>
            <a:tailEnd type="stealth" w="lg" len="lg"/>
          </a:ln>
          <a:effectLst/>
        </p:spPr>
        <p:txBody>
          <a:bodyPr wrap="none"/>
          <a:lstStyle/>
          <a:p>
            <a:pPr>
              <a:defRPr/>
            </a:pPr>
            <a:endParaRPr lang="en-US" dirty="0"/>
          </a:p>
        </p:txBody>
      </p:sp>
      <p:sp>
        <p:nvSpPr>
          <p:cNvPr id="921618" name="Oval 18"/>
          <p:cNvSpPr>
            <a:spLocks noChangeArrowheads="1"/>
          </p:cNvSpPr>
          <p:nvPr/>
        </p:nvSpPr>
        <p:spPr bwMode="auto">
          <a:xfrm>
            <a:off x="8870397" y="4500011"/>
            <a:ext cx="612776" cy="1260474"/>
          </a:xfrm>
          <a:prstGeom prst="ellipse">
            <a:avLst/>
          </a:prstGeom>
          <a:noFill/>
          <a:ln w="38100">
            <a:solidFill>
              <a:schemeClr val="tx1"/>
            </a:solidFill>
            <a:round/>
            <a:headEnd/>
            <a:tailEnd/>
          </a:ln>
          <a:effectLst/>
        </p:spPr>
        <p:txBody>
          <a:bodyPr wrap="none" anchor="ctr"/>
          <a:lstStyle/>
          <a:p>
            <a:pPr>
              <a:defRPr/>
            </a:pPr>
            <a:endParaRPr lang="en-US" dirty="0"/>
          </a:p>
        </p:txBody>
      </p:sp>
      <p:sp>
        <p:nvSpPr>
          <p:cNvPr id="921620" name="Rectangle 20"/>
          <p:cNvSpPr>
            <a:spLocks noChangeArrowheads="1"/>
          </p:cNvSpPr>
          <p:nvPr/>
        </p:nvSpPr>
        <p:spPr bwMode="auto">
          <a:xfrm>
            <a:off x="2035229" y="1984800"/>
            <a:ext cx="8066087" cy="178510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&lt;ol type="1"&gt;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  &lt;li&gt;Apple&lt;/li&gt;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  &lt;li&gt;Orange&lt;/li&gt;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  &lt;li&gt;</a:t>
            </a:r>
            <a:r>
              <a:rPr lang="en-US" sz="2000" b="1" noProof="1">
                <a:latin typeface="Consolas" pitchFamily="49" charset="0"/>
                <a:cs typeface="Consolas" pitchFamily="49" charset="0"/>
              </a:rPr>
              <a:t>Grapefruit</a:t>
            </a:r>
            <a:r>
              <a:rPr lang="it-IT" sz="2000" b="1" noProof="1">
                <a:latin typeface="Consolas" pitchFamily="49" charset="0"/>
                <a:cs typeface="Consolas" pitchFamily="49" charset="0"/>
              </a:rPr>
              <a:t>&lt;/li&gt;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&lt;/ol&gt;</a:t>
            </a:r>
          </a:p>
        </p:txBody>
      </p:sp>
      <p:sp>
        <p:nvSpPr>
          <p:cNvPr id="2" name="Footer Placeholder 1"/>
          <p:cNvSpPr>
            <a:spLocks noGrp="1"/>
          </p:cNvSpPr>
          <p:nvPr>
            <p:ph type="ftr" sz="quarter" idx="11"/>
          </p:nvPr>
        </p:nvSpPr>
        <p:spPr>
          <a:xfrm>
            <a:off x="3467845" y="6539220"/>
            <a:ext cx="5716488" cy="365125"/>
          </a:xfrm>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32</a:t>
            </a:fld>
            <a:endParaRPr lang="en-US"/>
          </a:p>
        </p:txBody>
      </p:sp>
    </p:spTree>
    <p:extLst>
      <p:ext uri="{BB962C8B-B14F-4D97-AF65-F5344CB8AC3E}">
        <p14:creationId xmlns:p14="http://schemas.microsoft.com/office/powerpoint/2010/main" val="1280385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pPr>
              <a:defRPr/>
            </a:pPr>
            <a:r>
              <a:rPr lang="en-US" sz="3900" b="1" dirty="0">
                <a:solidFill>
                  <a:schemeClr val="tx1"/>
                </a:solidFill>
              </a:rPr>
              <a:t>Unordered Lists: </a:t>
            </a:r>
            <a:r>
              <a:rPr lang="en-US" sz="3900" b="1" noProof="1">
                <a:solidFill>
                  <a:schemeClr val="tx1"/>
                </a:solidFill>
              </a:rPr>
              <a:t>&lt;</a:t>
            </a:r>
            <a:r>
              <a:rPr lang="en-US" sz="3900" b="1" dirty="0">
                <a:solidFill>
                  <a:schemeClr val="tx1"/>
                </a:solidFill>
              </a:rPr>
              <a:t>u</a:t>
            </a:r>
            <a:r>
              <a:rPr lang="en-US" sz="3900" b="1" noProof="1">
                <a:solidFill>
                  <a:schemeClr val="tx1"/>
                </a:solidFill>
              </a:rPr>
              <a:t>l&gt;</a:t>
            </a:r>
            <a:r>
              <a:rPr lang="en-US" sz="3900" b="1" dirty="0">
                <a:solidFill>
                  <a:schemeClr val="tx1"/>
                </a:solidFill>
              </a:rPr>
              <a:t> Tag</a:t>
            </a:r>
          </a:p>
        </p:txBody>
      </p:sp>
      <p:sp>
        <p:nvSpPr>
          <p:cNvPr id="923651" name="Rectangle 3"/>
          <p:cNvSpPr>
            <a:spLocks noGrp="1" noChangeArrowheads="1"/>
          </p:cNvSpPr>
          <p:nvPr>
            <p:ph idx="1"/>
          </p:nvPr>
        </p:nvSpPr>
        <p:spPr>
          <a:xfrm>
            <a:off x="2112279" y="1491832"/>
            <a:ext cx="6591985" cy="3777622"/>
          </a:xfrm>
        </p:spPr>
        <p:txBody>
          <a:bodyPr/>
          <a:lstStyle/>
          <a:p>
            <a:pPr>
              <a:lnSpc>
                <a:spcPts val="3600"/>
              </a:lnSpc>
              <a:defRPr/>
            </a:pPr>
            <a:r>
              <a:rPr lang="en-US" b="1" dirty="0">
                <a:solidFill>
                  <a:schemeClr val="tx1"/>
                </a:solidFill>
              </a:rPr>
              <a:t>Create an Unordered List using </a:t>
            </a:r>
            <a:r>
              <a:rPr lang="en-US" b="1" noProof="1">
                <a:solidFill>
                  <a:schemeClr val="tx1"/>
                </a:solidFill>
                <a:latin typeface="Consolas" pitchFamily="49" charset="0"/>
                <a:cs typeface="Consolas" pitchFamily="49" charset="0"/>
              </a:rPr>
              <a:t>&lt;ul&gt;&lt;/ul&gt;</a:t>
            </a:r>
            <a:r>
              <a:rPr lang="en-US" b="1" dirty="0">
                <a:solidFill>
                  <a:schemeClr val="tx1"/>
                </a:solidFill>
              </a:rPr>
              <a:t>:</a:t>
            </a:r>
            <a:endParaRPr lang="en-US" b="1" noProof="1">
              <a:solidFill>
                <a:schemeClr val="tx1"/>
              </a:solidFill>
              <a:latin typeface="Courier New" pitchFamily="49" charset="0"/>
            </a:endParaRPr>
          </a:p>
          <a:p>
            <a:pPr>
              <a:lnSpc>
                <a:spcPts val="3600"/>
              </a:lnSpc>
              <a:defRPr/>
            </a:pPr>
            <a:endParaRPr lang="en-US" b="1" noProof="1">
              <a:solidFill>
                <a:schemeClr val="tx1"/>
              </a:solidFill>
              <a:latin typeface="Courier New" pitchFamily="49" charset="0"/>
            </a:endParaRPr>
          </a:p>
          <a:p>
            <a:pPr>
              <a:lnSpc>
                <a:spcPts val="3600"/>
              </a:lnSpc>
              <a:defRPr/>
            </a:pPr>
            <a:endParaRPr lang="en-US" b="1" dirty="0">
              <a:solidFill>
                <a:schemeClr val="tx1"/>
              </a:solidFill>
              <a:latin typeface="Courier New" pitchFamily="49" charset="0"/>
            </a:endParaRPr>
          </a:p>
          <a:p>
            <a:pPr>
              <a:lnSpc>
                <a:spcPts val="3600"/>
              </a:lnSpc>
              <a:defRPr/>
            </a:pPr>
            <a:endParaRPr lang="en-US" b="1" dirty="0">
              <a:solidFill>
                <a:schemeClr val="tx1"/>
              </a:solidFill>
            </a:endParaRPr>
          </a:p>
          <a:p>
            <a:pPr>
              <a:lnSpc>
                <a:spcPts val="3600"/>
              </a:lnSpc>
              <a:defRPr/>
            </a:pPr>
            <a:r>
              <a:rPr lang="en-US" b="1" dirty="0">
                <a:solidFill>
                  <a:schemeClr val="tx1"/>
                </a:solidFill>
              </a:rPr>
              <a:t>Attribute values for </a:t>
            </a:r>
            <a:r>
              <a:rPr lang="en-US" b="1" dirty="0">
                <a:solidFill>
                  <a:schemeClr val="tx1"/>
                </a:solidFill>
                <a:latin typeface="Consolas" pitchFamily="49" charset="0"/>
                <a:cs typeface="Consolas" pitchFamily="49" charset="0"/>
              </a:rPr>
              <a:t>type</a:t>
            </a:r>
            <a:r>
              <a:rPr lang="en-US" b="1" dirty="0">
                <a:solidFill>
                  <a:schemeClr val="tx1"/>
                </a:solidFill>
              </a:rPr>
              <a:t> are:</a:t>
            </a:r>
          </a:p>
          <a:p>
            <a:pPr lvl="1">
              <a:lnSpc>
                <a:spcPts val="3600"/>
              </a:lnSpc>
              <a:defRPr/>
            </a:pPr>
            <a:r>
              <a:rPr lang="en-US" sz="2800" b="1" dirty="0">
                <a:solidFill>
                  <a:schemeClr val="tx1"/>
                </a:solidFill>
                <a:latin typeface="Consolas" pitchFamily="49" charset="0"/>
                <a:cs typeface="Consolas" pitchFamily="49" charset="0"/>
              </a:rPr>
              <a:t>disc</a:t>
            </a:r>
            <a:r>
              <a:rPr lang="en-US" sz="2800" b="1" dirty="0">
                <a:solidFill>
                  <a:schemeClr val="tx1"/>
                </a:solidFill>
              </a:rPr>
              <a:t>, </a:t>
            </a:r>
            <a:r>
              <a:rPr lang="en-US" sz="2800" b="1" dirty="0">
                <a:solidFill>
                  <a:schemeClr val="tx1"/>
                </a:solidFill>
                <a:latin typeface="Consolas" pitchFamily="49" charset="0"/>
                <a:cs typeface="Consolas" pitchFamily="49" charset="0"/>
              </a:rPr>
              <a:t>circle</a:t>
            </a:r>
            <a:r>
              <a:rPr lang="en-US" sz="2800" b="1" dirty="0">
                <a:solidFill>
                  <a:schemeClr val="tx1"/>
                </a:solidFill>
              </a:rPr>
              <a:t> or </a:t>
            </a:r>
            <a:r>
              <a:rPr lang="en-US" sz="2800" b="1" dirty="0">
                <a:solidFill>
                  <a:schemeClr val="tx1"/>
                </a:solidFill>
                <a:latin typeface="Consolas" pitchFamily="49" charset="0"/>
                <a:cs typeface="Consolas" pitchFamily="49" charset="0"/>
              </a:rPr>
              <a:t>square</a:t>
            </a:r>
          </a:p>
        </p:txBody>
      </p:sp>
      <p:sp>
        <p:nvSpPr>
          <p:cNvPr id="923652" name="Line 4"/>
          <p:cNvSpPr>
            <a:spLocks noChangeShapeType="1"/>
          </p:cNvSpPr>
          <p:nvPr/>
        </p:nvSpPr>
        <p:spPr bwMode="auto">
          <a:xfrm flipH="1">
            <a:off x="2112279" y="4828711"/>
            <a:ext cx="1039694" cy="636053"/>
          </a:xfrm>
          <a:prstGeom prst="line">
            <a:avLst/>
          </a:prstGeom>
          <a:noFill/>
          <a:ln w="38100">
            <a:solidFill>
              <a:schemeClr val="tx1"/>
            </a:solidFill>
            <a:round/>
            <a:headEnd type="none" w="lg" len="sm"/>
            <a:tailEnd type="stealth" w="lg" len="lg"/>
          </a:ln>
          <a:effectLst/>
        </p:spPr>
        <p:txBody>
          <a:bodyPr wrap="none"/>
          <a:lstStyle/>
          <a:p>
            <a:pPr>
              <a:defRPr/>
            </a:pPr>
            <a:endParaRPr lang="en-US" b="1" dirty="0"/>
          </a:p>
        </p:txBody>
      </p:sp>
      <p:sp>
        <p:nvSpPr>
          <p:cNvPr id="923653" name="Line 5"/>
          <p:cNvSpPr>
            <a:spLocks noChangeShapeType="1"/>
          </p:cNvSpPr>
          <p:nvPr/>
        </p:nvSpPr>
        <p:spPr bwMode="auto">
          <a:xfrm>
            <a:off x="6657174" y="4816446"/>
            <a:ext cx="1094588" cy="549722"/>
          </a:xfrm>
          <a:prstGeom prst="line">
            <a:avLst/>
          </a:prstGeom>
          <a:noFill/>
          <a:ln w="38100">
            <a:solidFill>
              <a:schemeClr val="tx1"/>
            </a:solidFill>
            <a:round/>
            <a:headEnd type="none" w="lg" len="sm"/>
            <a:tailEnd type="stealth" w="lg" len="lg"/>
          </a:ln>
          <a:effectLst/>
        </p:spPr>
        <p:txBody>
          <a:bodyPr wrap="none"/>
          <a:lstStyle/>
          <a:p>
            <a:pPr>
              <a:defRPr/>
            </a:pPr>
            <a:endParaRPr lang="en-US" b="1" dirty="0"/>
          </a:p>
        </p:txBody>
      </p:sp>
      <p:sp>
        <p:nvSpPr>
          <p:cNvPr id="923654" name="Line 6"/>
          <p:cNvSpPr>
            <a:spLocks noChangeShapeType="1"/>
          </p:cNvSpPr>
          <p:nvPr/>
        </p:nvSpPr>
        <p:spPr bwMode="auto">
          <a:xfrm>
            <a:off x="4343912" y="4838827"/>
            <a:ext cx="1230871" cy="484433"/>
          </a:xfrm>
          <a:prstGeom prst="line">
            <a:avLst/>
          </a:prstGeom>
          <a:noFill/>
          <a:ln w="38100">
            <a:solidFill>
              <a:schemeClr val="tx1"/>
            </a:solidFill>
            <a:round/>
            <a:headEnd type="none" w="lg" len="sm"/>
            <a:tailEnd type="stealth" w="lg" len="lg"/>
          </a:ln>
          <a:effectLst/>
        </p:spPr>
        <p:txBody>
          <a:bodyPr wrap="none"/>
          <a:lstStyle/>
          <a:p>
            <a:pPr>
              <a:defRPr/>
            </a:pPr>
            <a:endParaRPr lang="en-US" b="1" dirty="0"/>
          </a:p>
        </p:txBody>
      </p:sp>
      <p:sp>
        <p:nvSpPr>
          <p:cNvPr id="63495" name="Text Box 7"/>
          <p:cNvSpPr txBox="1">
            <a:spLocks noChangeArrowheads="1"/>
          </p:cNvSpPr>
          <p:nvPr/>
        </p:nvSpPr>
        <p:spPr bwMode="auto">
          <a:xfrm>
            <a:off x="1920965" y="5464764"/>
            <a:ext cx="1676400" cy="1077218"/>
          </a:xfrm>
          <a:prstGeom prst="rect">
            <a:avLst/>
          </a:prstGeom>
          <a:noFill/>
          <a:ln w="9525">
            <a:noFill/>
            <a:miter lim="800000"/>
            <a:headEnd/>
            <a:tailEnd/>
          </a:ln>
        </p:spPr>
        <p:txBody>
          <a:bodyPr>
            <a:spAutoFit/>
          </a:bodyPr>
          <a:lstStyle/>
          <a:p>
            <a:pPr eaLnBrk="1" hangingPunct="1">
              <a:lnSpc>
                <a:spcPct val="100000"/>
              </a:lnSpc>
              <a:spcBef>
                <a:spcPct val="50000"/>
              </a:spcBef>
              <a:buFontTx/>
              <a:buChar char="•"/>
            </a:pPr>
            <a:r>
              <a:rPr lang="en-US" sz="1600" b="1" dirty="0"/>
              <a:t>  Apple</a:t>
            </a:r>
          </a:p>
          <a:p>
            <a:pPr eaLnBrk="1" hangingPunct="1">
              <a:lnSpc>
                <a:spcPct val="100000"/>
              </a:lnSpc>
              <a:spcBef>
                <a:spcPct val="50000"/>
              </a:spcBef>
              <a:buFontTx/>
              <a:buChar char="•"/>
            </a:pPr>
            <a:r>
              <a:rPr lang="en-US" sz="1600" b="1" dirty="0"/>
              <a:t>  Orange</a:t>
            </a:r>
          </a:p>
          <a:p>
            <a:pPr eaLnBrk="1" hangingPunct="1">
              <a:lnSpc>
                <a:spcPct val="100000"/>
              </a:lnSpc>
              <a:spcBef>
                <a:spcPct val="50000"/>
              </a:spcBef>
              <a:buFontTx/>
              <a:buChar char="•"/>
            </a:pPr>
            <a:r>
              <a:rPr lang="en-US" sz="1600" b="1" dirty="0"/>
              <a:t>  Pear</a:t>
            </a:r>
          </a:p>
        </p:txBody>
      </p:sp>
      <p:sp>
        <p:nvSpPr>
          <p:cNvPr id="63496" name="Text Box 8"/>
          <p:cNvSpPr txBox="1">
            <a:spLocks noChangeArrowheads="1"/>
          </p:cNvSpPr>
          <p:nvPr/>
        </p:nvSpPr>
        <p:spPr bwMode="auto">
          <a:xfrm>
            <a:off x="5547848" y="5058592"/>
            <a:ext cx="1683199" cy="1077218"/>
          </a:xfrm>
          <a:prstGeom prst="rect">
            <a:avLst/>
          </a:prstGeom>
          <a:noFill/>
          <a:ln w="9525">
            <a:noFill/>
            <a:miter lim="800000"/>
            <a:headEnd/>
            <a:tailEnd/>
          </a:ln>
        </p:spPr>
        <p:txBody>
          <a:bodyPr wrap="square">
            <a:spAutoFit/>
          </a:bodyPr>
          <a:lstStyle/>
          <a:p>
            <a:pPr eaLnBrk="1" hangingPunct="1">
              <a:lnSpc>
                <a:spcPct val="100000"/>
              </a:lnSpc>
              <a:spcBef>
                <a:spcPct val="50000"/>
              </a:spcBef>
              <a:buFontTx/>
              <a:buChar char="o"/>
            </a:pPr>
            <a:r>
              <a:rPr lang="en-US" sz="1600" b="1" dirty="0"/>
              <a:t>  Apple</a:t>
            </a:r>
          </a:p>
          <a:p>
            <a:pPr eaLnBrk="1" hangingPunct="1">
              <a:lnSpc>
                <a:spcPct val="100000"/>
              </a:lnSpc>
              <a:spcBef>
                <a:spcPct val="50000"/>
              </a:spcBef>
              <a:buFontTx/>
              <a:buChar char="o"/>
            </a:pPr>
            <a:r>
              <a:rPr lang="en-US" sz="1600" b="1" dirty="0"/>
              <a:t> Orange</a:t>
            </a:r>
          </a:p>
          <a:p>
            <a:pPr eaLnBrk="1" hangingPunct="1">
              <a:lnSpc>
                <a:spcPct val="100000"/>
              </a:lnSpc>
              <a:spcBef>
                <a:spcPct val="50000"/>
              </a:spcBef>
              <a:buFontTx/>
              <a:buChar char="o"/>
            </a:pPr>
            <a:r>
              <a:rPr lang="en-US" sz="1600" b="1" dirty="0"/>
              <a:t>  Pear</a:t>
            </a:r>
          </a:p>
        </p:txBody>
      </p:sp>
      <p:sp>
        <p:nvSpPr>
          <p:cNvPr id="63497" name="Text Box 9"/>
          <p:cNvSpPr txBox="1">
            <a:spLocks noChangeArrowheads="1"/>
          </p:cNvSpPr>
          <p:nvPr/>
        </p:nvSpPr>
        <p:spPr bwMode="auto">
          <a:xfrm>
            <a:off x="7848360" y="4935481"/>
            <a:ext cx="1905000" cy="1200329"/>
          </a:xfrm>
          <a:prstGeom prst="rect">
            <a:avLst/>
          </a:prstGeom>
          <a:noFill/>
          <a:ln w="9525">
            <a:noFill/>
            <a:miter lim="800000"/>
            <a:headEnd/>
            <a:tailEnd/>
          </a:ln>
        </p:spPr>
        <p:txBody>
          <a:bodyPr>
            <a:spAutoFit/>
          </a:bodyPr>
          <a:lstStyle/>
          <a:p>
            <a:pPr eaLnBrk="1" hangingPunct="1">
              <a:lnSpc>
                <a:spcPct val="100000"/>
              </a:lnSpc>
              <a:spcBef>
                <a:spcPct val="50000"/>
              </a:spcBef>
              <a:buFont typeface="Wingdings" pitchFamily="2" charset="2"/>
              <a:buChar char="§"/>
            </a:pPr>
            <a:r>
              <a:rPr lang="en-US" b="1" dirty="0"/>
              <a:t>  Apple</a:t>
            </a:r>
          </a:p>
          <a:p>
            <a:pPr eaLnBrk="1" hangingPunct="1">
              <a:lnSpc>
                <a:spcPct val="100000"/>
              </a:lnSpc>
              <a:spcBef>
                <a:spcPct val="50000"/>
              </a:spcBef>
              <a:buFont typeface="Wingdings" pitchFamily="2" charset="2"/>
              <a:buChar char="§"/>
            </a:pPr>
            <a:r>
              <a:rPr lang="en-US" b="1" dirty="0"/>
              <a:t>  Orange</a:t>
            </a:r>
          </a:p>
          <a:p>
            <a:pPr eaLnBrk="1" hangingPunct="1">
              <a:lnSpc>
                <a:spcPct val="100000"/>
              </a:lnSpc>
              <a:spcBef>
                <a:spcPct val="50000"/>
              </a:spcBef>
              <a:buFont typeface="Wingdings" pitchFamily="2" charset="2"/>
              <a:buChar char="§"/>
            </a:pPr>
            <a:r>
              <a:rPr lang="en-US" b="1" dirty="0"/>
              <a:t>  Pear</a:t>
            </a:r>
          </a:p>
        </p:txBody>
      </p:sp>
      <p:sp>
        <p:nvSpPr>
          <p:cNvPr id="923658" name="Oval 10"/>
          <p:cNvSpPr>
            <a:spLocks noChangeArrowheads="1"/>
          </p:cNvSpPr>
          <p:nvPr/>
        </p:nvSpPr>
        <p:spPr bwMode="auto">
          <a:xfrm>
            <a:off x="1879600" y="5366168"/>
            <a:ext cx="358776" cy="1349136"/>
          </a:xfrm>
          <a:prstGeom prst="ellipse">
            <a:avLst/>
          </a:prstGeom>
          <a:noFill/>
          <a:ln w="38100">
            <a:solidFill>
              <a:schemeClr val="tx1"/>
            </a:solidFill>
            <a:round/>
            <a:headEnd/>
            <a:tailEnd/>
          </a:ln>
          <a:effectLst/>
        </p:spPr>
        <p:txBody>
          <a:bodyPr wrap="none" anchor="ctr"/>
          <a:lstStyle/>
          <a:p>
            <a:pPr>
              <a:defRPr/>
            </a:pPr>
            <a:endParaRPr lang="en-US" b="1" dirty="0"/>
          </a:p>
        </p:txBody>
      </p:sp>
      <p:sp>
        <p:nvSpPr>
          <p:cNvPr id="923659" name="Oval 11"/>
          <p:cNvSpPr>
            <a:spLocks noChangeArrowheads="1"/>
          </p:cNvSpPr>
          <p:nvPr/>
        </p:nvSpPr>
        <p:spPr bwMode="auto">
          <a:xfrm>
            <a:off x="7801389" y="4868864"/>
            <a:ext cx="340872" cy="1266946"/>
          </a:xfrm>
          <a:prstGeom prst="ellipse">
            <a:avLst/>
          </a:prstGeom>
          <a:noFill/>
          <a:ln w="38100">
            <a:solidFill>
              <a:schemeClr val="tx1"/>
            </a:solidFill>
            <a:round/>
            <a:headEnd/>
            <a:tailEnd/>
          </a:ln>
          <a:effectLst/>
        </p:spPr>
        <p:txBody>
          <a:bodyPr wrap="none" anchor="ctr"/>
          <a:lstStyle/>
          <a:p>
            <a:pPr>
              <a:defRPr/>
            </a:pPr>
            <a:endParaRPr lang="en-US" b="1" dirty="0"/>
          </a:p>
        </p:txBody>
      </p:sp>
      <p:sp>
        <p:nvSpPr>
          <p:cNvPr id="923660" name="Oval 12"/>
          <p:cNvSpPr>
            <a:spLocks noChangeArrowheads="1"/>
          </p:cNvSpPr>
          <p:nvPr/>
        </p:nvSpPr>
        <p:spPr bwMode="auto">
          <a:xfrm>
            <a:off x="5574784" y="5004786"/>
            <a:ext cx="259776" cy="1281389"/>
          </a:xfrm>
          <a:prstGeom prst="ellipse">
            <a:avLst/>
          </a:prstGeom>
          <a:noFill/>
          <a:ln w="38100">
            <a:solidFill>
              <a:schemeClr val="tx1"/>
            </a:solidFill>
            <a:round/>
            <a:headEnd/>
            <a:tailEnd/>
          </a:ln>
          <a:effectLst/>
        </p:spPr>
        <p:txBody>
          <a:bodyPr wrap="none" anchor="ctr"/>
          <a:lstStyle/>
          <a:p>
            <a:pPr>
              <a:defRPr/>
            </a:pPr>
            <a:endParaRPr lang="en-US" b="1" dirty="0"/>
          </a:p>
        </p:txBody>
      </p:sp>
      <p:sp>
        <p:nvSpPr>
          <p:cNvPr id="923662" name="Rectangle 14"/>
          <p:cNvSpPr>
            <a:spLocks noChangeArrowheads="1"/>
          </p:cNvSpPr>
          <p:nvPr/>
        </p:nvSpPr>
        <p:spPr bwMode="auto">
          <a:xfrm>
            <a:off x="2236788" y="2007017"/>
            <a:ext cx="7926388" cy="178510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&lt;ul type="disc"&gt;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  &lt;li&gt;Apple&lt;/li&gt;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  &lt;li&gt;Orange&lt;/li&gt;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  &lt;li&gt;</a:t>
            </a:r>
            <a:r>
              <a:rPr lang="en-US" sz="2000" b="1" noProof="1">
                <a:latin typeface="Consolas" pitchFamily="49" charset="0"/>
                <a:cs typeface="Consolas" pitchFamily="49" charset="0"/>
              </a:rPr>
              <a:t>Grapefruit</a:t>
            </a:r>
            <a:r>
              <a:rPr lang="it-IT" sz="2000" b="1" noProof="1">
                <a:latin typeface="Consolas" pitchFamily="49" charset="0"/>
                <a:cs typeface="Consolas" pitchFamily="49" charset="0"/>
              </a:rPr>
              <a:t>&lt;/li&gt;</a:t>
            </a:r>
          </a:p>
          <a:p>
            <a:pPr eaLnBrk="0" hangingPunct="0">
              <a:lnSpc>
                <a:spcPct val="110000"/>
              </a:lnSpc>
              <a:buClr>
                <a:schemeClr val="accent5">
                  <a:lumMod val="40000"/>
                  <a:lumOff val="60000"/>
                </a:schemeClr>
              </a:buClr>
              <a:buSzPct val="70000"/>
              <a:defRPr/>
            </a:pPr>
            <a:r>
              <a:rPr lang="it-IT" sz="2000" b="1" noProof="1">
                <a:latin typeface="Consolas" pitchFamily="49" charset="0"/>
                <a:cs typeface="Consolas" pitchFamily="49" charset="0"/>
              </a:rPr>
              <a:t>&lt;/ul&gt;</a:t>
            </a:r>
          </a:p>
        </p:txBody>
      </p:sp>
      <p:sp>
        <p:nvSpPr>
          <p:cNvPr id="2" name="Footer Placeholder 1"/>
          <p:cNvSpPr>
            <a:spLocks noGrp="1"/>
          </p:cNvSpPr>
          <p:nvPr>
            <p:ph type="ftr" sz="quarter" idx="11"/>
          </p:nvPr>
        </p:nvSpPr>
        <p:spPr>
          <a:xfrm>
            <a:off x="3469201" y="6482119"/>
            <a:ext cx="5716488" cy="365125"/>
          </a:xfrm>
        </p:spPr>
        <p:txBody>
          <a:bodyPr/>
          <a:lstStyle/>
          <a:p>
            <a:r>
              <a:rPr lang="en-US" b="1" dirty="0">
                <a:solidFill>
                  <a:schemeClr val="tx1"/>
                </a:solidFill>
              </a:rPr>
              <a:t>Department of Computer Science, COMSATS University Islamabad, Attock Campus</a:t>
            </a:r>
          </a:p>
        </p:txBody>
      </p:sp>
      <p:sp>
        <p:nvSpPr>
          <p:cNvPr id="4" name="Slide Number Placeholder 3"/>
          <p:cNvSpPr>
            <a:spLocks noGrp="1"/>
          </p:cNvSpPr>
          <p:nvPr>
            <p:ph type="sldNum" sz="quarter" idx="12"/>
          </p:nvPr>
        </p:nvSpPr>
        <p:spPr/>
        <p:txBody>
          <a:bodyPr/>
          <a:lstStyle/>
          <a:p>
            <a:fld id="{EA01E00C-350D-493E-B140-69306DC35D1C}" type="slidenum">
              <a:rPr lang="en-US" smtClean="0"/>
              <a:t>33</a:t>
            </a:fld>
            <a:endParaRPr lang="en-US"/>
          </a:p>
        </p:txBody>
      </p:sp>
    </p:spTree>
    <p:extLst>
      <p:ext uri="{BB962C8B-B14F-4D97-AF65-F5344CB8AC3E}">
        <p14:creationId xmlns:p14="http://schemas.microsoft.com/office/powerpoint/2010/main" val="41110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p:cNvSpPr>
            <a:spLocks noGrp="1" noChangeArrowheads="1"/>
          </p:cNvSpPr>
          <p:nvPr>
            <p:ph type="title"/>
          </p:nvPr>
        </p:nvSpPr>
        <p:spPr>
          <a:xfrm>
            <a:off x="2035229" y="593630"/>
            <a:ext cx="8785599" cy="1280890"/>
          </a:xfrm>
        </p:spPr>
        <p:txBody>
          <a:bodyPr/>
          <a:lstStyle/>
          <a:p>
            <a:pPr>
              <a:defRPr/>
            </a:pPr>
            <a:r>
              <a:rPr lang="en-US" sz="3900" b="1" dirty="0">
                <a:solidFill>
                  <a:schemeClr val="tx1"/>
                </a:solidFill>
              </a:rPr>
              <a:t>Definition</a:t>
            </a:r>
            <a:r>
              <a:rPr lang="en-US" dirty="0">
                <a:solidFill>
                  <a:schemeClr val="tx1"/>
                </a:solidFill>
              </a:rPr>
              <a:t> </a:t>
            </a:r>
            <a:r>
              <a:rPr lang="en-US" sz="3900" b="1" dirty="0">
                <a:solidFill>
                  <a:schemeClr val="tx1"/>
                </a:solidFill>
              </a:rPr>
              <a:t>lists: &lt;dl&gt; tag</a:t>
            </a:r>
            <a:endParaRPr lang="bg-BG" sz="3900" b="1" dirty="0">
              <a:solidFill>
                <a:schemeClr val="tx1"/>
              </a:solidFill>
            </a:endParaRPr>
          </a:p>
        </p:txBody>
      </p:sp>
      <p:sp>
        <p:nvSpPr>
          <p:cNvPr id="1061891" name="Rectangle 3"/>
          <p:cNvSpPr>
            <a:spLocks noGrp="1" noChangeArrowheads="1"/>
          </p:cNvSpPr>
          <p:nvPr>
            <p:ph idx="1"/>
          </p:nvPr>
        </p:nvSpPr>
        <p:spPr>
          <a:xfrm>
            <a:off x="2035229" y="1620982"/>
            <a:ext cx="6591985" cy="4514827"/>
          </a:xfrm>
        </p:spPr>
        <p:txBody>
          <a:bodyPr>
            <a:noAutofit/>
          </a:bodyPr>
          <a:lstStyle/>
          <a:p>
            <a:pPr>
              <a:defRPr/>
            </a:pPr>
            <a:r>
              <a:rPr lang="en-US" sz="2400" dirty="0">
                <a:solidFill>
                  <a:schemeClr val="tx1"/>
                </a:solidFill>
              </a:rPr>
              <a:t>Create definition lists using </a:t>
            </a:r>
            <a:r>
              <a:rPr lang="en-US" sz="2400" dirty="0">
                <a:solidFill>
                  <a:schemeClr val="tx1"/>
                </a:solidFill>
                <a:latin typeface="Consolas" pitchFamily="49" charset="0"/>
                <a:cs typeface="Consolas" pitchFamily="49" charset="0"/>
              </a:rPr>
              <a:t>&lt;dl&gt;</a:t>
            </a:r>
          </a:p>
          <a:p>
            <a:pPr lvl="1">
              <a:defRPr/>
            </a:pPr>
            <a:r>
              <a:rPr lang="en-US" sz="2000" dirty="0">
                <a:solidFill>
                  <a:schemeClr val="tx1"/>
                </a:solidFill>
              </a:rPr>
              <a:t>Pairs of text and associated definition; text is in </a:t>
            </a:r>
            <a:r>
              <a:rPr lang="en-US" sz="2000" noProof="1">
                <a:solidFill>
                  <a:schemeClr val="tx1"/>
                </a:solidFill>
                <a:latin typeface="Consolas" pitchFamily="49" charset="0"/>
                <a:cs typeface="Consolas" pitchFamily="49" charset="0"/>
              </a:rPr>
              <a:t>&lt;dt&gt;</a:t>
            </a:r>
            <a:r>
              <a:rPr lang="en-US" sz="2000" dirty="0">
                <a:solidFill>
                  <a:schemeClr val="tx1"/>
                </a:solidFill>
              </a:rPr>
              <a:t> tag, definition in </a:t>
            </a:r>
            <a:r>
              <a:rPr lang="en-US" sz="2000" noProof="1">
                <a:solidFill>
                  <a:schemeClr val="tx1"/>
                </a:solidFill>
                <a:latin typeface="Consolas" pitchFamily="49" charset="0"/>
                <a:cs typeface="Consolas" pitchFamily="49" charset="0"/>
              </a:rPr>
              <a:t>&lt;dd&gt;</a:t>
            </a:r>
            <a:r>
              <a:rPr lang="en-US" sz="2000" dirty="0">
                <a:solidFill>
                  <a:schemeClr val="tx1"/>
                </a:solidFill>
              </a:rPr>
              <a:t> tag</a:t>
            </a:r>
          </a:p>
          <a:p>
            <a:pPr lvl="1">
              <a:defRPr/>
            </a:pPr>
            <a:endParaRPr lang="en-US" sz="2000" dirty="0">
              <a:solidFill>
                <a:schemeClr val="tx1"/>
              </a:solidFill>
            </a:endParaRPr>
          </a:p>
          <a:p>
            <a:pPr lvl="1">
              <a:defRPr/>
            </a:pPr>
            <a:endParaRPr lang="en-US" sz="2000" dirty="0">
              <a:solidFill>
                <a:schemeClr val="tx1"/>
              </a:solidFill>
            </a:endParaRPr>
          </a:p>
          <a:p>
            <a:pPr lvl="1">
              <a:defRPr/>
            </a:pPr>
            <a:endParaRPr lang="en-US" sz="2000" dirty="0">
              <a:solidFill>
                <a:schemeClr val="tx1"/>
              </a:solidFill>
            </a:endParaRPr>
          </a:p>
          <a:p>
            <a:pPr lvl="1">
              <a:defRPr/>
            </a:pPr>
            <a:endParaRPr lang="en-US" sz="2000" dirty="0">
              <a:solidFill>
                <a:schemeClr val="tx1"/>
              </a:solidFill>
            </a:endParaRPr>
          </a:p>
          <a:p>
            <a:pPr lvl="1">
              <a:defRPr/>
            </a:pPr>
            <a:endParaRPr lang="en-US" sz="2000" dirty="0">
              <a:solidFill>
                <a:schemeClr val="tx1"/>
              </a:solidFill>
            </a:endParaRPr>
          </a:p>
          <a:p>
            <a:pPr lvl="1">
              <a:defRPr/>
            </a:pPr>
            <a:endParaRPr lang="en-US" sz="2000" dirty="0">
              <a:solidFill>
                <a:schemeClr val="tx1"/>
              </a:solidFill>
            </a:endParaRPr>
          </a:p>
          <a:p>
            <a:pPr lvl="1">
              <a:defRPr/>
            </a:pPr>
            <a:r>
              <a:rPr lang="en-US" sz="2000" dirty="0">
                <a:solidFill>
                  <a:schemeClr val="tx1"/>
                </a:solidFill>
              </a:rPr>
              <a:t>Renders without bullets</a:t>
            </a:r>
          </a:p>
          <a:p>
            <a:pPr lvl="1">
              <a:defRPr/>
            </a:pPr>
            <a:r>
              <a:rPr lang="en-US" sz="2000" dirty="0">
                <a:solidFill>
                  <a:schemeClr val="tx1"/>
                </a:solidFill>
              </a:rPr>
              <a:t>Definition is indented</a:t>
            </a:r>
            <a:endParaRPr lang="bg-BG" sz="2000" dirty="0">
              <a:solidFill>
                <a:schemeClr val="tx1"/>
              </a:solidFill>
            </a:endParaRPr>
          </a:p>
        </p:txBody>
      </p:sp>
      <p:sp>
        <p:nvSpPr>
          <p:cNvPr id="1061892" name="Rectangle 4"/>
          <p:cNvSpPr>
            <a:spLocks noChangeArrowheads="1"/>
          </p:cNvSpPr>
          <p:nvPr/>
        </p:nvSpPr>
        <p:spPr bwMode="auto">
          <a:xfrm>
            <a:off x="2327717" y="2901872"/>
            <a:ext cx="7704138" cy="230620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noProof="1">
                <a:latin typeface="Consolas" pitchFamily="49" charset="0"/>
                <a:cs typeface="Consolas" pitchFamily="49" charset="0"/>
              </a:rPr>
              <a:t>&lt;dl&gt;</a:t>
            </a:r>
          </a:p>
          <a:p>
            <a:pPr lvl="1" eaLnBrk="0" hangingPunct="0">
              <a:lnSpc>
                <a:spcPct val="110000"/>
              </a:lnSpc>
              <a:buClr>
                <a:schemeClr val="accent5">
                  <a:lumMod val="40000"/>
                  <a:lumOff val="60000"/>
                </a:schemeClr>
              </a:buClr>
              <a:buSzPct val="70000"/>
              <a:defRPr/>
            </a:pPr>
            <a:r>
              <a:rPr lang="en-US" sz="2200" noProof="1">
                <a:latin typeface="Consolas" pitchFamily="49" charset="0"/>
                <a:cs typeface="Consolas" pitchFamily="49" charset="0"/>
              </a:rPr>
              <a:t>&lt;dt&gt;HTML&lt;/dt&gt;</a:t>
            </a:r>
          </a:p>
          <a:p>
            <a:pPr lvl="1" eaLnBrk="0" hangingPunct="0">
              <a:lnSpc>
                <a:spcPct val="110000"/>
              </a:lnSpc>
              <a:buClr>
                <a:schemeClr val="accent5">
                  <a:lumMod val="40000"/>
                  <a:lumOff val="60000"/>
                </a:schemeClr>
              </a:buClr>
              <a:buSzPct val="70000"/>
              <a:defRPr/>
            </a:pPr>
            <a:r>
              <a:rPr lang="en-US" sz="2200" noProof="1">
                <a:latin typeface="Consolas" pitchFamily="49" charset="0"/>
                <a:cs typeface="Consolas" pitchFamily="49" charset="0"/>
              </a:rPr>
              <a:t>&lt;dd&gt;A markup language …&lt;/dd&gt;</a:t>
            </a:r>
          </a:p>
          <a:p>
            <a:pPr lvl="1" eaLnBrk="0" hangingPunct="0">
              <a:lnSpc>
                <a:spcPct val="110000"/>
              </a:lnSpc>
              <a:buClr>
                <a:schemeClr val="accent5">
                  <a:lumMod val="40000"/>
                  <a:lumOff val="60000"/>
                </a:schemeClr>
              </a:buClr>
              <a:buSzPct val="70000"/>
              <a:defRPr/>
            </a:pPr>
            <a:r>
              <a:rPr lang="en-US" sz="2200" noProof="1">
                <a:latin typeface="Consolas" pitchFamily="49" charset="0"/>
                <a:cs typeface="Consolas" pitchFamily="49" charset="0"/>
              </a:rPr>
              <a:t>&lt;dt&gt;CSS&lt;/dt&gt;</a:t>
            </a:r>
          </a:p>
          <a:p>
            <a:pPr lvl="1" eaLnBrk="0" hangingPunct="0">
              <a:lnSpc>
                <a:spcPct val="110000"/>
              </a:lnSpc>
              <a:buClr>
                <a:schemeClr val="accent5">
                  <a:lumMod val="40000"/>
                  <a:lumOff val="60000"/>
                </a:schemeClr>
              </a:buClr>
              <a:buSzPct val="70000"/>
              <a:defRPr/>
            </a:pPr>
            <a:r>
              <a:rPr lang="en-US" sz="2200" noProof="1">
                <a:latin typeface="Consolas" pitchFamily="49" charset="0"/>
                <a:cs typeface="Consolas" pitchFamily="49" charset="0"/>
              </a:rPr>
              <a:t>&lt;dd&gt;Language used to …&lt;/dd&gt;</a:t>
            </a:r>
          </a:p>
          <a:p>
            <a:pPr eaLnBrk="0" hangingPunct="0">
              <a:lnSpc>
                <a:spcPct val="110000"/>
              </a:lnSpc>
              <a:buClr>
                <a:schemeClr val="accent5">
                  <a:lumMod val="40000"/>
                  <a:lumOff val="60000"/>
                </a:schemeClr>
              </a:buClr>
              <a:buSzPct val="70000"/>
              <a:defRPr/>
            </a:pPr>
            <a:r>
              <a:rPr lang="en-US" sz="2200" noProof="1">
                <a:latin typeface="Consolas" pitchFamily="49" charset="0"/>
                <a:cs typeface="Consolas" pitchFamily="49" charset="0"/>
              </a:rPr>
              <a:t>&lt;/dl&gt;</a:t>
            </a:r>
          </a:p>
        </p:txBody>
      </p:sp>
      <p:sp>
        <p:nvSpPr>
          <p:cNvPr id="2" name="Footer Placeholder 1"/>
          <p:cNvSpPr>
            <a:spLocks noGrp="1"/>
          </p:cNvSpPr>
          <p:nvPr>
            <p:ph type="ftr" sz="quarter" idx="11"/>
          </p:nvPr>
        </p:nvSpPr>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34</a:t>
            </a:fld>
            <a:endParaRPr lang="en-US"/>
          </a:p>
        </p:txBody>
      </p:sp>
      <p:pic>
        <p:nvPicPr>
          <p:cNvPr id="5" name="Picture 4">
            <a:extLst>
              <a:ext uri="{FF2B5EF4-FFF2-40B4-BE49-F238E27FC236}">
                <a16:creationId xmlns="" xmlns:a16="http://schemas.microsoft.com/office/drawing/2014/main" id="{C7FBA908-10B2-6F4F-BEDA-1CBFF1F7E289}"/>
              </a:ext>
            </a:extLst>
          </p:cNvPr>
          <p:cNvPicPr>
            <a:picLocks noChangeAspect="1"/>
          </p:cNvPicPr>
          <p:nvPr/>
        </p:nvPicPr>
        <p:blipFill>
          <a:blip r:embed="rId2"/>
          <a:stretch>
            <a:fillRect/>
          </a:stretch>
        </p:blipFill>
        <p:spPr>
          <a:xfrm>
            <a:off x="8550485" y="4270787"/>
            <a:ext cx="3641515" cy="2047586"/>
          </a:xfrm>
          <a:prstGeom prst="rect">
            <a:avLst/>
          </a:prstGeom>
          <a:ln>
            <a:solidFill>
              <a:schemeClr val="accent1"/>
            </a:solidFill>
          </a:ln>
        </p:spPr>
      </p:pic>
      <p:sp>
        <p:nvSpPr>
          <p:cNvPr id="6" name="Footer Placeholder 1">
            <a:extLst>
              <a:ext uri="{FF2B5EF4-FFF2-40B4-BE49-F238E27FC236}">
                <a16:creationId xmlns="" xmlns:a16="http://schemas.microsoft.com/office/drawing/2014/main" id="{4F1D6378-5587-AA83-03DC-5815306280BD}"/>
              </a:ext>
            </a:extLst>
          </p:cNvPr>
          <p:cNvSpPr txBox="1">
            <a:spLocks/>
          </p:cNvSpPr>
          <p:nvPr/>
        </p:nvSpPr>
        <p:spPr>
          <a:xfrm>
            <a:off x="10119870" y="3905661"/>
            <a:ext cx="1401916"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tx1"/>
                </a:solidFill>
              </a:rPr>
              <a:t>Output</a:t>
            </a:r>
            <a:r>
              <a:rPr lang="en-US" dirty="0">
                <a:solidFill>
                  <a:schemeClr val="tx1"/>
                </a:solidFill>
              </a:rPr>
              <a:t>:</a:t>
            </a:r>
          </a:p>
        </p:txBody>
      </p:sp>
    </p:spTree>
    <p:extLst>
      <p:ext uri="{BB962C8B-B14F-4D97-AF65-F5344CB8AC3E}">
        <p14:creationId xmlns:p14="http://schemas.microsoft.com/office/powerpoint/2010/main" val="118790740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83080" y="685800"/>
            <a:ext cx="10972800" cy="685800"/>
          </a:xfrm>
          <a:prstGeom prst="rect">
            <a:avLst/>
          </a:prstGeom>
          <a:noFill/>
        </p:spPr>
        <p:txBody>
          <a:bodyPr wrap="none">
            <a:spAutoFit/>
          </a:bodyPr>
          <a:lstStyle/>
          <a:p>
            <a:pPr>
              <a:defRPr sz="2800" b="1"/>
            </a:pPr>
            <a:r>
              <a:rPr dirty="0"/>
              <a:t>HTML Tables</a:t>
            </a:r>
          </a:p>
        </p:txBody>
      </p:sp>
      <p:sp>
        <p:nvSpPr>
          <p:cNvPr id="4" name="TextBox 3"/>
          <p:cNvSpPr txBox="1"/>
          <p:nvPr/>
        </p:nvSpPr>
        <p:spPr>
          <a:xfrm>
            <a:off x="1783080" y="1371600"/>
            <a:ext cx="10698480" cy="5166360"/>
          </a:xfrm>
          <a:prstGeom prst="rect">
            <a:avLst/>
          </a:prstGeom>
          <a:noFill/>
        </p:spPr>
        <p:txBody>
          <a:bodyPr wrap="square">
            <a:spAutoFit/>
          </a:bodyPr>
          <a:lstStyle/>
          <a:p>
            <a:pPr>
              <a:spcAft>
                <a:spcPts val="1000"/>
              </a:spcAft>
              <a:defRPr sz="2000"/>
            </a:pPr>
            <a:r>
              <a:rPr dirty="0"/>
              <a:t>Tables organize data into rows and columns</a:t>
            </a:r>
          </a:p>
          <a:p>
            <a:pPr>
              <a:spcAft>
                <a:spcPts val="1000"/>
              </a:spcAft>
              <a:defRPr sz="2000"/>
            </a:pPr>
            <a:r>
              <a:rPr dirty="0"/>
              <a:t>&lt;table&gt; → table</a:t>
            </a:r>
          </a:p>
          <a:p>
            <a:pPr>
              <a:spcAft>
                <a:spcPts val="1000"/>
              </a:spcAft>
              <a:defRPr sz="2000"/>
            </a:pPr>
            <a:r>
              <a:rPr dirty="0"/>
              <a:t>&lt;tr&gt; → row</a:t>
            </a:r>
          </a:p>
          <a:p>
            <a:pPr>
              <a:spcAft>
                <a:spcPts val="1000"/>
              </a:spcAft>
              <a:defRPr sz="2000"/>
            </a:pPr>
            <a:r>
              <a:rPr dirty="0"/>
              <a:t>&lt;</a:t>
            </a:r>
            <a:r>
              <a:rPr dirty="0" err="1"/>
              <a:t>th</a:t>
            </a:r>
            <a:r>
              <a:rPr dirty="0"/>
              <a:t>&gt; → header cell</a:t>
            </a:r>
          </a:p>
          <a:p>
            <a:pPr>
              <a:spcAft>
                <a:spcPts val="1000"/>
              </a:spcAft>
              <a:defRPr sz="2000"/>
            </a:pPr>
            <a:r>
              <a:rPr dirty="0"/>
              <a:t>&lt;td&gt; → data cell</a:t>
            </a:r>
          </a:p>
          <a:p>
            <a:pPr>
              <a:spcAft>
                <a:spcPts val="1000"/>
              </a:spcAft>
              <a:defRPr sz="2000"/>
            </a:pPr>
            <a:r>
              <a:rPr dirty="0"/>
              <a:t>Use tables for tabular data, not page layout</a:t>
            </a:r>
          </a:p>
        </p:txBody>
      </p:sp>
      <p:sp>
        <p:nvSpPr>
          <p:cNvPr id="5" name="Footer Placeholder 4">
            <a:extLst>
              <a:ext uri="{FF2B5EF4-FFF2-40B4-BE49-F238E27FC236}">
                <a16:creationId xmlns="" xmlns:a16="http://schemas.microsoft.com/office/drawing/2014/main" id="{4795B796-CB39-56A7-68A6-2278D45A772C}"/>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CC21037E-2990-4A47-21A4-731F6598CAF4}"/>
              </a:ext>
            </a:extLst>
          </p:cNvPr>
          <p:cNvSpPr>
            <a:spLocks noGrp="1"/>
          </p:cNvSpPr>
          <p:nvPr>
            <p:ph type="sldNum" sz="quarter" idx="12"/>
          </p:nvPr>
        </p:nvSpPr>
        <p:spPr/>
        <p:txBody>
          <a:bodyPr/>
          <a:lstStyle/>
          <a:p>
            <a:fld id="{D57F1E4F-1CFF-5643-939E-02111984F565}"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6" name="Rectangle 2"/>
          <p:cNvSpPr>
            <a:spLocks noGrp="1" noChangeArrowheads="1"/>
          </p:cNvSpPr>
          <p:nvPr>
            <p:ph type="title"/>
          </p:nvPr>
        </p:nvSpPr>
        <p:spPr/>
        <p:txBody>
          <a:bodyPr/>
          <a:lstStyle/>
          <a:p>
            <a:pPr>
              <a:defRPr/>
            </a:pPr>
            <a:r>
              <a:rPr lang="en-US">
                <a:solidFill>
                  <a:schemeClr val="tx1"/>
                </a:solidFill>
              </a:rPr>
              <a:t>HTML Tables</a:t>
            </a:r>
          </a:p>
        </p:txBody>
      </p:sp>
      <p:sp>
        <p:nvSpPr>
          <p:cNvPr id="1019907" name="Rectangle 3"/>
          <p:cNvSpPr>
            <a:spLocks noGrp="1" noChangeArrowheads="1"/>
          </p:cNvSpPr>
          <p:nvPr>
            <p:ph idx="1"/>
          </p:nvPr>
        </p:nvSpPr>
        <p:spPr>
          <a:xfrm>
            <a:off x="2590918" y="1606095"/>
            <a:ext cx="7467482" cy="3777622"/>
          </a:xfrm>
        </p:spPr>
        <p:txBody>
          <a:bodyPr>
            <a:noAutofit/>
          </a:bodyPr>
          <a:lstStyle/>
          <a:p>
            <a:pPr>
              <a:lnSpc>
                <a:spcPct val="100000"/>
              </a:lnSpc>
              <a:defRPr/>
            </a:pPr>
            <a:r>
              <a:rPr lang="en-US" sz="2200" dirty="0">
                <a:solidFill>
                  <a:schemeClr val="tx1"/>
                </a:solidFill>
              </a:rPr>
              <a:t>Tables represent tabular data</a:t>
            </a:r>
          </a:p>
          <a:p>
            <a:pPr lvl="1">
              <a:lnSpc>
                <a:spcPct val="100000"/>
              </a:lnSpc>
              <a:defRPr/>
            </a:pPr>
            <a:r>
              <a:rPr lang="en-US" sz="2200" dirty="0">
                <a:solidFill>
                  <a:schemeClr val="tx1"/>
                </a:solidFill>
              </a:rPr>
              <a:t>A table consists of one or several rows</a:t>
            </a:r>
          </a:p>
          <a:p>
            <a:pPr lvl="1">
              <a:lnSpc>
                <a:spcPct val="100000"/>
              </a:lnSpc>
              <a:defRPr/>
            </a:pPr>
            <a:r>
              <a:rPr lang="en-US" sz="2200" dirty="0">
                <a:solidFill>
                  <a:schemeClr val="tx1"/>
                </a:solidFill>
              </a:rPr>
              <a:t>Each row has one or more columns</a:t>
            </a:r>
          </a:p>
          <a:p>
            <a:pPr>
              <a:lnSpc>
                <a:spcPct val="100000"/>
              </a:lnSpc>
              <a:defRPr/>
            </a:pPr>
            <a:r>
              <a:rPr lang="en-US" sz="2200" dirty="0">
                <a:solidFill>
                  <a:schemeClr val="tx1"/>
                </a:solidFill>
              </a:rPr>
              <a:t>Tables are comprised of several core tags:</a:t>
            </a:r>
          </a:p>
          <a:p>
            <a:pPr lvl="1">
              <a:lnSpc>
                <a:spcPct val="100000"/>
              </a:lnSpc>
              <a:defRPr/>
            </a:pPr>
            <a:r>
              <a:rPr lang="en-US" sz="2200" dirty="0">
                <a:solidFill>
                  <a:schemeClr val="tx1"/>
                </a:solidFill>
                <a:latin typeface="Consolas" pitchFamily="49" charset="0"/>
                <a:cs typeface="Consolas" pitchFamily="49" charset="0"/>
              </a:rPr>
              <a:t>&lt;table&gt;&lt;/table&gt;</a:t>
            </a:r>
            <a:r>
              <a:rPr lang="en-US" sz="2200" dirty="0">
                <a:solidFill>
                  <a:schemeClr val="tx1"/>
                </a:solidFill>
              </a:rPr>
              <a:t>:  begin/end table definition</a:t>
            </a:r>
          </a:p>
          <a:p>
            <a:pPr lvl="1">
              <a:lnSpc>
                <a:spcPct val="100000"/>
              </a:lnSpc>
              <a:defRPr/>
            </a:pPr>
            <a:r>
              <a:rPr lang="en-US" sz="2200" noProof="1">
                <a:solidFill>
                  <a:schemeClr val="tx1"/>
                </a:solidFill>
                <a:latin typeface="Consolas" pitchFamily="49" charset="0"/>
                <a:cs typeface="Consolas" pitchFamily="49" charset="0"/>
              </a:rPr>
              <a:t>&lt;tr&gt;&lt;/tr&gt;</a:t>
            </a:r>
            <a:r>
              <a:rPr lang="en-US" sz="2200" noProof="1">
                <a:solidFill>
                  <a:schemeClr val="tx1"/>
                </a:solidFill>
              </a:rPr>
              <a:t>: </a:t>
            </a:r>
            <a:r>
              <a:rPr lang="en-US" sz="2200" dirty="0">
                <a:solidFill>
                  <a:schemeClr val="tx1"/>
                </a:solidFill>
              </a:rPr>
              <a:t>create a table row</a:t>
            </a:r>
          </a:p>
          <a:p>
            <a:pPr lvl="1">
              <a:lnSpc>
                <a:spcPct val="100000"/>
              </a:lnSpc>
              <a:defRPr/>
            </a:pPr>
            <a:r>
              <a:rPr lang="en-US" sz="2200" dirty="0">
                <a:solidFill>
                  <a:schemeClr val="tx1"/>
                </a:solidFill>
                <a:latin typeface="Consolas" pitchFamily="49" charset="0"/>
                <a:cs typeface="Consolas" pitchFamily="49" charset="0"/>
              </a:rPr>
              <a:t>&lt;td&gt;&lt;/td&gt;</a:t>
            </a:r>
            <a:r>
              <a:rPr lang="en-US" sz="2200" dirty="0">
                <a:solidFill>
                  <a:schemeClr val="tx1"/>
                </a:solidFill>
              </a:rPr>
              <a:t>: create tabular data (cell)</a:t>
            </a:r>
          </a:p>
          <a:p>
            <a:pPr>
              <a:lnSpc>
                <a:spcPct val="100000"/>
              </a:lnSpc>
              <a:defRPr/>
            </a:pPr>
            <a:r>
              <a:rPr lang="en-US" sz="2200" dirty="0">
                <a:solidFill>
                  <a:schemeClr val="tx1"/>
                </a:solidFill>
              </a:rPr>
              <a:t>Tables should not be used for layout</a:t>
            </a:r>
          </a:p>
          <a:p>
            <a:pPr lvl="1">
              <a:lnSpc>
                <a:spcPct val="100000"/>
              </a:lnSpc>
              <a:defRPr/>
            </a:pPr>
            <a:r>
              <a:rPr lang="en-US" sz="2200" dirty="0">
                <a:solidFill>
                  <a:schemeClr val="tx1"/>
                </a:solidFill>
              </a:rPr>
              <a:t>Use CSS floats and positioning styles instead</a:t>
            </a:r>
          </a:p>
        </p:txBody>
      </p:sp>
      <p:sp>
        <p:nvSpPr>
          <p:cNvPr id="2" name="Footer Placeholder 1"/>
          <p:cNvSpPr>
            <a:spLocks noGrp="1"/>
          </p:cNvSpPr>
          <p:nvPr>
            <p:ph type="ftr" sz="quarter" idx="11"/>
          </p:nvPr>
        </p:nvSpPr>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36</a:t>
            </a:fld>
            <a:endParaRPr lang="en-US"/>
          </a:p>
        </p:txBody>
      </p:sp>
    </p:spTree>
    <p:extLst>
      <p:ext uri="{BB962C8B-B14F-4D97-AF65-F5344CB8AC3E}">
        <p14:creationId xmlns:p14="http://schemas.microsoft.com/office/powerpoint/2010/main" val="3042677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a:xfrm>
            <a:off x="3469201" y="624110"/>
            <a:ext cx="7053656" cy="1280890"/>
          </a:xfrm>
        </p:spPr>
        <p:txBody>
          <a:bodyPr/>
          <a:lstStyle/>
          <a:p>
            <a:pPr>
              <a:defRPr/>
            </a:pPr>
            <a:r>
              <a:rPr lang="en-US" dirty="0">
                <a:solidFill>
                  <a:schemeClr val="tx1"/>
                </a:solidFill>
              </a:rPr>
              <a:t>Simple HTML Tables – Example</a:t>
            </a:r>
            <a:endParaRPr lang="bg-BG" dirty="0">
              <a:solidFill>
                <a:schemeClr val="tx1"/>
              </a:solidFill>
            </a:endParaRPr>
          </a:p>
        </p:txBody>
      </p:sp>
      <p:sp>
        <p:nvSpPr>
          <p:cNvPr id="1011715" name="Rectangle 3"/>
          <p:cNvSpPr>
            <a:spLocks noChangeArrowheads="1"/>
          </p:cNvSpPr>
          <p:nvPr/>
        </p:nvSpPr>
        <p:spPr bwMode="auto">
          <a:xfrm>
            <a:off x="2132014" y="1346266"/>
            <a:ext cx="7926386" cy="517064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&lt;table cellspacing="0" cellpadding="5"&gt;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&lt;td&gt;&lt;img src="ppt.gif"&gt;&lt;/td&gt;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&lt;td&gt;&lt;a href="lecture1.ppt"&gt;Lecture 1&lt;/a&gt;&lt;/td&gt;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&lt;td&gt;&lt;img src="ppt.gif"&gt;&lt;/td&gt;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&lt;td&gt;&lt;a href="lecture2.ppt"&gt;Lecture 2&lt;/a&gt;&lt;/td&gt;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&lt;td&gt;&lt;img src="zip.gif"&gt;&lt;/td&gt;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&lt;td&gt;&lt;a href="lecture2-demos.zip"&gt;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Lecture 2 - Demos&lt;/a&gt;&lt;/td&gt;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ct val="100000"/>
              </a:lnSpc>
              <a:buClr>
                <a:schemeClr val="accent5">
                  <a:lumMod val="40000"/>
                  <a:lumOff val="60000"/>
                </a:schemeClr>
              </a:buClr>
              <a:buSzPct val="70000"/>
              <a:defRPr/>
            </a:pPr>
            <a:r>
              <a:rPr lang="en-US" sz="2200" noProof="1">
                <a:latin typeface="Consolas" pitchFamily="49" charset="0"/>
                <a:cs typeface="Consolas" pitchFamily="49" charset="0"/>
              </a:rPr>
              <a:t>&lt;/table&gt;</a:t>
            </a:r>
          </a:p>
        </p:txBody>
      </p:sp>
      <p:sp>
        <p:nvSpPr>
          <p:cNvPr id="2" name="Footer Placeholder 1"/>
          <p:cNvSpPr>
            <a:spLocks noGrp="1"/>
          </p:cNvSpPr>
          <p:nvPr>
            <p:ph type="ftr" sz="quarter" idx="11"/>
          </p:nvPr>
        </p:nvSpPr>
        <p:spPr>
          <a:xfrm>
            <a:off x="3469201" y="6478047"/>
            <a:ext cx="5716488" cy="365125"/>
          </a:xfrm>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37</a:t>
            </a:fld>
            <a:endParaRPr lang="en-US"/>
          </a:p>
        </p:txBody>
      </p:sp>
    </p:spTree>
    <p:extLst>
      <p:ext uri="{BB962C8B-B14F-4D97-AF65-F5344CB8AC3E}">
        <p14:creationId xmlns:p14="http://schemas.microsoft.com/office/powerpoint/2010/main" val="32047756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11715"/>
                                        </p:tgtEl>
                                        <p:attrNameLst>
                                          <p:attrName>style.visibility</p:attrName>
                                        </p:attrNameLst>
                                      </p:cBhvr>
                                      <p:to>
                                        <p:strVal val="visible"/>
                                      </p:to>
                                    </p:set>
                                    <p:animEffect transition="in" filter="wipe(down)">
                                      <p:cBhvr>
                                        <p:cTn id="7" dur="500"/>
                                        <p:tgtEl>
                                          <p:spTgt spid="1011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7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2" name="Rectangle 2"/>
          <p:cNvSpPr>
            <a:spLocks noGrp="1" noChangeArrowheads="1"/>
          </p:cNvSpPr>
          <p:nvPr>
            <p:ph type="ctrTitle"/>
          </p:nvPr>
        </p:nvSpPr>
        <p:spPr>
          <a:xfrm>
            <a:off x="3026229" y="4369203"/>
            <a:ext cx="8229600" cy="685800"/>
          </a:xfrm>
        </p:spPr>
        <p:txBody>
          <a:bodyPr>
            <a:normAutofit fontScale="90000"/>
          </a:bodyPr>
          <a:lstStyle/>
          <a:p>
            <a:pPr>
              <a:defRPr/>
            </a:pPr>
            <a:r>
              <a:rPr lang="en-US" dirty="0"/>
              <a:t>Simple HTML Tables</a:t>
            </a:r>
            <a:endParaRPr lang="bg-BG" dirty="0"/>
          </a:p>
        </p:txBody>
      </p:sp>
      <p:pic>
        <p:nvPicPr>
          <p:cNvPr id="9218" name="Picture 2" descr="http://www.artistsvalley.com/database/images/Table%20Field%20Drop.jpg"/>
          <p:cNvPicPr>
            <a:picLocks noChangeAspect="1" noChangeArrowheads="1"/>
          </p:cNvPicPr>
          <p:nvPr/>
        </p:nvPicPr>
        <p:blipFill>
          <a:blip r:embed="rId3" cstate="print"/>
          <a:srcRect/>
          <a:stretch>
            <a:fillRect/>
          </a:stretch>
        </p:blipFill>
        <p:spPr bwMode="auto">
          <a:xfrm>
            <a:off x="6324659" y="1515722"/>
            <a:ext cx="3543300" cy="1814170"/>
          </a:xfrm>
          <a:prstGeom prst="roundRect">
            <a:avLst>
              <a:gd name="adj" fmla="val 2969"/>
            </a:avLst>
          </a:prstGeom>
          <a:solidFill>
            <a:srgbClr val="FFFFFF">
              <a:shade val="85000"/>
            </a:srgbClr>
          </a:solidFill>
          <a:ln>
            <a:noFill/>
          </a:ln>
          <a:effectLst>
            <a:reflection blurRad="12700" stA="38000" endPos="28000" dist="5000" dir="5400000" sy="-100000" algn="bl" rotWithShape="0"/>
          </a:effectLst>
          <a:scene3d>
            <a:camera prst="perspectiveContrastingLeftFacing"/>
            <a:lightRig rig="threePt" dir="t"/>
          </a:scene3d>
        </p:spPr>
      </p:pic>
      <p:pic>
        <p:nvPicPr>
          <p:cNvPr id="49154" name="Picture 2" descr="http://acc.nics.gov.uk/content/imgs/9.1a.gif"/>
          <p:cNvPicPr>
            <a:picLocks noChangeAspect="1" noChangeArrowheads="1"/>
          </p:cNvPicPr>
          <p:nvPr/>
        </p:nvPicPr>
        <p:blipFill>
          <a:blip r:embed="rId4" cstate="print"/>
          <a:srcRect/>
          <a:stretch>
            <a:fillRect/>
          </a:stretch>
        </p:blipFill>
        <p:spPr bwMode="auto">
          <a:xfrm rot="20094255">
            <a:off x="2200037" y="1830383"/>
            <a:ext cx="4006446" cy="1605029"/>
          </a:xfrm>
          <a:prstGeom prst="rect">
            <a:avLst/>
          </a:prstGeom>
          <a:ln>
            <a:noFill/>
          </a:ln>
          <a:effectLst>
            <a:softEdge rad="112500"/>
          </a:effectLst>
        </p:spPr>
      </p:pic>
      <p:sp>
        <p:nvSpPr>
          <p:cNvPr id="2" name="Footer Placeholder 1"/>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5" name="Subtitle 4"/>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02111984F565}" type="slidenum">
              <a:rPr lang="en-US" smtClean="0"/>
              <a:t>38</a:t>
            </a:fld>
            <a:endParaRPr lang="en-US" dirty="0"/>
          </a:p>
        </p:txBody>
      </p:sp>
    </p:spTree>
    <p:extLst>
      <p:ext uri="{BB962C8B-B14F-4D97-AF65-F5344CB8AC3E}">
        <p14:creationId xmlns:p14="http://schemas.microsoft.com/office/powerpoint/2010/main" val="238072972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1"/>
                </a:solidFill>
              </a:rPr>
              <a:t>Data Cells and Header Cells</a:t>
            </a:r>
          </a:p>
        </p:txBody>
      </p:sp>
      <p:sp>
        <p:nvSpPr>
          <p:cNvPr id="5" name="Content Placeholder 4"/>
          <p:cNvSpPr>
            <a:spLocks noGrp="1"/>
          </p:cNvSpPr>
          <p:nvPr>
            <p:ph idx="1"/>
          </p:nvPr>
        </p:nvSpPr>
        <p:spPr>
          <a:xfrm>
            <a:off x="1752600" y="1264555"/>
            <a:ext cx="8686800" cy="5030274"/>
          </a:xfrm>
        </p:spPr>
        <p:txBody>
          <a:bodyPr>
            <a:normAutofit/>
          </a:bodyPr>
          <a:lstStyle/>
          <a:p>
            <a:pPr>
              <a:lnSpc>
                <a:spcPct val="95000"/>
              </a:lnSpc>
            </a:pPr>
            <a:r>
              <a:rPr lang="en-US" sz="2000" dirty="0">
                <a:solidFill>
                  <a:schemeClr val="tx1"/>
                </a:solidFill>
              </a:rPr>
              <a:t>Two kinds of cells in HTML tables</a:t>
            </a:r>
          </a:p>
          <a:p>
            <a:pPr lvl="1">
              <a:lnSpc>
                <a:spcPct val="95000"/>
              </a:lnSpc>
            </a:pPr>
            <a:r>
              <a:rPr lang="en-US" sz="1800" dirty="0">
                <a:solidFill>
                  <a:schemeClr val="tx1"/>
                </a:solidFill>
              </a:rPr>
              <a:t>Data cells – containing the table data</a:t>
            </a:r>
          </a:p>
          <a:p>
            <a:pPr lvl="1">
              <a:lnSpc>
                <a:spcPct val="95000"/>
              </a:lnSpc>
            </a:pPr>
            <a:r>
              <a:rPr lang="en-US" sz="1800" dirty="0">
                <a:solidFill>
                  <a:schemeClr val="tx1"/>
                </a:solidFill>
              </a:rPr>
              <a:t>Header cells – used for the column names or some more important cells</a:t>
            </a:r>
          </a:p>
          <a:p>
            <a:pPr>
              <a:lnSpc>
                <a:spcPct val="95000"/>
              </a:lnSpc>
            </a:pPr>
            <a:r>
              <a:rPr lang="en-US" sz="2000" dirty="0">
                <a:solidFill>
                  <a:schemeClr val="tx1"/>
                </a:solidFill>
              </a:rPr>
              <a:t>Why two kinds of cells?</a:t>
            </a:r>
          </a:p>
          <a:p>
            <a:pPr lvl="1">
              <a:lnSpc>
                <a:spcPct val="95000"/>
              </a:lnSpc>
            </a:pPr>
            <a:r>
              <a:rPr lang="en-US" sz="1800" dirty="0">
                <a:solidFill>
                  <a:schemeClr val="tx1"/>
                </a:solidFill>
              </a:rPr>
              <a:t>Used to semantically separate the cells</a:t>
            </a:r>
          </a:p>
        </p:txBody>
      </p:sp>
      <p:sp>
        <p:nvSpPr>
          <p:cNvPr id="6" name="Rectangle 3"/>
          <p:cNvSpPr>
            <a:spLocks noChangeArrowheads="1"/>
          </p:cNvSpPr>
          <p:nvPr/>
        </p:nvSpPr>
        <p:spPr bwMode="auto">
          <a:xfrm>
            <a:off x="2327717" y="3429001"/>
            <a:ext cx="6924900" cy="327935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1900" noProof="1">
                <a:latin typeface="Consolas" pitchFamily="49" charset="0"/>
                <a:cs typeface="Consolas" pitchFamily="49" charset="0"/>
              </a:rPr>
              <a:t>&lt;tr&gt;</a:t>
            </a:r>
          </a:p>
          <a:p>
            <a:pPr eaLnBrk="0" hangingPunct="0">
              <a:lnSpc>
                <a:spcPct val="65000"/>
              </a:lnSpc>
              <a:buClr>
                <a:schemeClr val="accent5">
                  <a:lumMod val="40000"/>
                  <a:lumOff val="60000"/>
                </a:schemeClr>
              </a:buClr>
              <a:buSzPct val="70000"/>
              <a:defRPr/>
            </a:pPr>
            <a:r>
              <a:rPr lang="en-US" sz="1900" noProof="1">
                <a:latin typeface="Consolas" pitchFamily="49" charset="0"/>
                <a:cs typeface="Consolas" pitchFamily="49" charset="0"/>
              </a:rPr>
              <a:t>    &lt;th&gt;Full Name&lt;/th&gt; </a:t>
            </a:r>
          </a:p>
          <a:p>
            <a:pPr eaLnBrk="0" hangingPunct="0">
              <a:lnSpc>
                <a:spcPct val="65000"/>
              </a:lnSpc>
              <a:buClr>
                <a:schemeClr val="accent5">
                  <a:lumMod val="40000"/>
                  <a:lumOff val="60000"/>
                </a:schemeClr>
              </a:buClr>
              <a:buSzPct val="70000"/>
              <a:defRPr/>
            </a:pPr>
            <a:r>
              <a:rPr lang="en-US" sz="1900" noProof="1">
                <a:latin typeface="Consolas" pitchFamily="49" charset="0"/>
                <a:cs typeface="Consolas" pitchFamily="49" charset="0"/>
              </a:rPr>
              <a:t>    &lt;th&gt;Mark&lt;/th&gt;</a:t>
            </a:r>
          </a:p>
          <a:p>
            <a:pPr eaLnBrk="0" hangingPunct="0">
              <a:lnSpc>
                <a:spcPct val="90000"/>
              </a:lnSpc>
              <a:buClr>
                <a:schemeClr val="accent5">
                  <a:lumMod val="40000"/>
                  <a:lumOff val="60000"/>
                </a:schemeClr>
              </a:buClr>
              <a:buSzPct val="70000"/>
              <a:defRPr/>
            </a:pPr>
            <a:r>
              <a:rPr lang="en-US" sz="1900" noProof="1">
                <a:latin typeface="Consolas" pitchFamily="49" charset="0"/>
                <a:cs typeface="Consolas" pitchFamily="49" charset="0"/>
              </a:rPr>
              <a:t>&lt;/tr&gt;</a:t>
            </a:r>
          </a:p>
          <a:p>
            <a:pPr eaLnBrk="0" hangingPunct="0">
              <a:lnSpc>
                <a:spcPct val="90000"/>
              </a:lnSpc>
              <a:buClr>
                <a:schemeClr val="accent5">
                  <a:lumMod val="40000"/>
                  <a:lumOff val="60000"/>
                </a:schemeClr>
              </a:buClr>
              <a:buSzPct val="70000"/>
              <a:defRPr/>
            </a:pPr>
            <a:r>
              <a:rPr lang="en-US" sz="1900" noProof="1">
                <a:latin typeface="Consolas" pitchFamily="49" charset="0"/>
                <a:cs typeface="Consolas" pitchFamily="49" charset="0"/>
              </a:rPr>
              <a:t>&lt;tr&gt;</a:t>
            </a:r>
          </a:p>
          <a:p>
            <a:pPr algn="just" eaLnBrk="0" hangingPunct="0">
              <a:buClr>
                <a:schemeClr val="accent5">
                  <a:lumMod val="40000"/>
                  <a:lumOff val="60000"/>
                </a:schemeClr>
              </a:buClr>
              <a:buSzPct val="70000"/>
              <a:defRPr/>
            </a:pPr>
            <a:r>
              <a:rPr lang="en-US" sz="1900" noProof="1">
                <a:latin typeface="Consolas" pitchFamily="49" charset="0"/>
                <a:cs typeface="Consolas" pitchFamily="49" charset="0"/>
              </a:rPr>
              <a:t>    &lt;td&gt;Doncho Minkov&lt;/td&gt; </a:t>
            </a:r>
          </a:p>
          <a:p>
            <a:pPr algn="just" eaLnBrk="0" hangingPunct="0">
              <a:buClr>
                <a:schemeClr val="accent5">
                  <a:lumMod val="40000"/>
                  <a:lumOff val="60000"/>
                </a:schemeClr>
              </a:buClr>
              <a:buSzPct val="70000"/>
              <a:defRPr/>
            </a:pPr>
            <a:r>
              <a:rPr lang="en-US" sz="1900" noProof="1">
                <a:latin typeface="Consolas" pitchFamily="49" charset="0"/>
                <a:cs typeface="Consolas" pitchFamily="49" charset="0"/>
              </a:rPr>
              <a:t>    &lt;td&gt;Very good (5)&lt;/td&gt;</a:t>
            </a:r>
          </a:p>
          <a:p>
            <a:pPr algn="just" eaLnBrk="0" hangingPunct="0">
              <a:buClr>
                <a:schemeClr val="accent5">
                  <a:lumMod val="40000"/>
                  <a:lumOff val="60000"/>
                </a:schemeClr>
              </a:buClr>
              <a:buSzPct val="70000"/>
              <a:defRPr/>
            </a:pPr>
            <a:r>
              <a:rPr lang="en-US" sz="1900" noProof="1">
                <a:latin typeface="Consolas" pitchFamily="49" charset="0"/>
                <a:cs typeface="Consolas" pitchFamily="49" charset="0"/>
              </a:rPr>
              <a:t>&lt;/tr&gt;</a:t>
            </a:r>
          </a:p>
          <a:p>
            <a:pPr algn="just" eaLnBrk="0" hangingPunct="0">
              <a:buClr>
                <a:schemeClr val="accent5">
                  <a:lumMod val="40000"/>
                  <a:lumOff val="60000"/>
                </a:schemeClr>
              </a:buClr>
              <a:buSzPct val="70000"/>
              <a:defRPr/>
            </a:pPr>
            <a:r>
              <a:rPr lang="en-US" sz="1900" noProof="1">
                <a:latin typeface="Consolas" pitchFamily="49" charset="0"/>
                <a:cs typeface="Consolas" pitchFamily="49" charset="0"/>
              </a:rPr>
              <a:t>&lt;tr&gt;</a:t>
            </a:r>
          </a:p>
          <a:p>
            <a:pPr algn="just" eaLnBrk="0" hangingPunct="0">
              <a:buClr>
                <a:schemeClr val="accent5">
                  <a:lumMod val="40000"/>
                  <a:lumOff val="60000"/>
                </a:schemeClr>
              </a:buClr>
              <a:buSzPct val="70000"/>
              <a:defRPr/>
            </a:pPr>
            <a:r>
              <a:rPr lang="en-US" sz="1900" noProof="1">
                <a:latin typeface="Consolas" pitchFamily="49" charset="0"/>
                <a:cs typeface="Consolas" pitchFamily="49" charset="0"/>
              </a:rPr>
              <a:t>    &lt;td&gt;Georgi Georgiev&lt;/td&gt; </a:t>
            </a:r>
          </a:p>
          <a:p>
            <a:pPr algn="just" eaLnBrk="0" hangingPunct="0">
              <a:buClr>
                <a:schemeClr val="accent5">
                  <a:lumMod val="40000"/>
                  <a:lumOff val="60000"/>
                </a:schemeClr>
              </a:buClr>
              <a:buSzPct val="70000"/>
              <a:defRPr/>
            </a:pPr>
            <a:r>
              <a:rPr lang="en-US" sz="1900" noProof="1">
                <a:latin typeface="Consolas" pitchFamily="49" charset="0"/>
                <a:cs typeface="Consolas" pitchFamily="49" charset="0"/>
              </a:rPr>
              <a:t>    &lt;td&gt;Exellent (6)&lt;/td&gt;</a:t>
            </a:r>
          </a:p>
          <a:p>
            <a:pPr eaLnBrk="0" hangingPunct="0">
              <a:lnSpc>
                <a:spcPct val="90000"/>
              </a:lnSpc>
              <a:buClr>
                <a:schemeClr val="accent5">
                  <a:lumMod val="40000"/>
                  <a:lumOff val="60000"/>
                </a:schemeClr>
              </a:buClr>
              <a:buSzPct val="70000"/>
              <a:defRPr/>
            </a:pPr>
            <a:r>
              <a:rPr lang="en-US" sz="1900" noProof="1">
                <a:latin typeface="Consolas" pitchFamily="49" charset="0"/>
                <a:cs typeface="Consolas" pitchFamily="49" charset="0"/>
              </a:rPr>
              <a:t>&lt;/tr&gt;</a:t>
            </a:r>
          </a:p>
        </p:txBody>
      </p:sp>
      <p:sp>
        <p:nvSpPr>
          <p:cNvPr id="2" name="Footer Placeholder 1"/>
          <p:cNvSpPr>
            <a:spLocks noGrp="1"/>
          </p:cNvSpPr>
          <p:nvPr>
            <p:ph type="ftr" sz="quarter" idx="11"/>
          </p:nvPr>
        </p:nvSpPr>
        <p:spPr>
          <a:xfrm>
            <a:off x="3469201" y="6463696"/>
            <a:ext cx="5716488" cy="365125"/>
          </a:xfrm>
        </p:spPr>
        <p:txBody>
          <a:bodyPr/>
          <a:lstStyle/>
          <a:p>
            <a:r>
              <a:rPr lang="en-US">
                <a:solidFill>
                  <a:schemeClr val="tx1"/>
                </a:solidFill>
              </a:rPr>
              <a:t>Department of Computer Science, COMSATS University Islamabad, Attock Campus</a:t>
            </a:r>
            <a:endParaRPr lang="en-US" dirty="0">
              <a:solidFill>
                <a:schemeClr val="tx1"/>
              </a:solidFill>
            </a:endParaRPr>
          </a:p>
        </p:txBody>
      </p:sp>
      <p:pic>
        <p:nvPicPr>
          <p:cNvPr id="7" name="Picture 6"/>
          <p:cNvPicPr>
            <a:picLocks noChangeAspect="1"/>
          </p:cNvPicPr>
          <p:nvPr/>
        </p:nvPicPr>
        <p:blipFill>
          <a:blip r:embed="rId2"/>
          <a:stretch>
            <a:fillRect/>
          </a:stretch>
        </p:blipFill>
        <p:spPr>
          <a:xfrm>
            <a:off x="7307490" y="2920971"/>
            <a:ext cx="3280133" cy="1310912"/>
          </a:xfrm>
          <a:prstGeom prst="rect">
            <a:avLst/>
          </a:prstGeom>
        </p:spPr>
      </p:pic>
      <p:sp>
        <p:nvSpPr>
          <p:cNvPr id="8" name="Slide Number Placeholder 7"/>
          <p:cNvSpPr>
            <a:spLocks noGrp="1"/>
          </p:cNvSpPr>
          <p:nvPr>
            <p:ph type="sldNum" sz="quarter" idx="12"/>
          </p:nvPr>
        </p:nvSpPr>
        <p:spPr/>
        <p:txBody>
          <a:bodyPr/>
          <a:lstStyle/>
          <a:p>
            <a:fld id="{EA01E00C-350D-493E-B140-69306DC35D1C}" type="slidenum">
              <a:rPr lang="en-US" smtClean="0"/>
              <a:t>39</a:t>
            </a:fld>
            <a:endParaRPr lang="en-US"/>
          </a:p>
        </p:txBody>
      </p:sp>
    </p:spTree>
    <p:extLst>
      <p:ext uri="{BB962C8B-B14F-4D97-AF65-F5344CB8AC3E}">
        <p14:creationId xmlns:p14="http://schemas.microsoft.com/office/powerpoint/2010/main" val="2383928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Rectangle 2"/>
          <p:cNvSpPr>
            <a:spLocks noGrp="1" noChangeArrowheads="1"/>
          </p:cNvSpPr>
          <p:nvPr>
            <p:ph type="title"/>
          </p:nvPr>
        </p:nvSpPr>
        <p:spPr/>
        <p:txBody>
          <a:bodyPr/>
          <a:lstStyle/>
          <a:p>
            <a:pPr>
              <a:defRPr/>
            </a:pPr>
            <a:r>
              <a:rPr lang="en-US" dirty="0">
                <a:solidFill>
                  <a:schemeClr val="tx1"/>
                </a:solidFill>
              </a:rPr>
              <a:t>Complete HTML Tables</a:t>
            </a:r>
            <a:endParaRPr lang="bg-BG" dirty="0">
              <a:solidFill>
                <a:schemeClr val="tx1"/>
              </a:solidFill>
            </a:endParaRPr>
          </a:p>
        </p:txBody>
      </p:sp>
      <p:sp>
        <p:nvSpPr>
          <p:cNvPr id="1056771" name="Rectangle 3"/>
          <p:cNvSpPr>
            <a:spLocks noGrp="1" noChangeArrowheads="1"/>
          </p:cNvSpPr>
          <p:nvPr>
            <p:ph idx="1"/>
          </p:nvPr>
        </p:nvSpPr>
        <p:spPr>
          <a:xfrm>
            <a:off x="2327717" y="1741714"/>
            <a:ext cx="7808686" cy="3777622"/>
          </a:xfrm>
        </p:spPr>
        <p:txBody>
          <a:bodyPr>
            <a:normAutofit/>
          </a:bodyPr>
          <a:lstStyle/>
          <a:p>
            <a:pPr>
              <a:defRPr/>
            </a:pPr>
            <a:r>
              <a:rPr lang="en-US" sz="2400" dirty="0">
                <a:solidFill>
                  <a:schemeClr val="tx1"/>
                </a:solidFill>
              </a:rPr>
              <a:t>Table rows split into three semantic sections: header, body and footer</a:t>
            </a:r>
          </a:p>
          <a:p>
            <a:pPr lvl="1">
              <a:defRPr/>
            </a:pPr>
            <a:r>
              <a:rPr lang="en-US" sz="2000" noProof="1">
                <a:solidFill>
                  <a:schemeClr val="tx1"/>
                </a:solidFill>
                <a:latin typeface="Consolas" pitchFamily="49" charset="0"/>
                <a:cs typeface="Consolas" pitchFamily="49" charset="0"/>
              </a:rPr>
              <a:t>&lt;thead&gt;</a:t>
            </a:r>
            <a:r>
              <a:rPr lang="en-US" sz="2000" dirty="0">
                <a:solidFill>
                  <a:schemeClr val="tx1"/>
                </a:solidFill>
              </a:rPr>
              <a:t> denotes table header and contains </a:t>
            </a:r>
            <a:r>
              <a:rPr lang="en-US" sz="2000" noProof="1">
                <a:solidFill>
                  <a:schemeClr val="tx1"/>
                </a:solidFill>
                <a:latin typeface="Consolas" pitchFamily="49" charset="0"/>
                <a:cs typeface="Consolas" pitchFamily="49" charset="0"/>
              </a:rPr>
              <a:t>&lt;th&gt;</a:t>
            </a:r>
            <a:r>
              <a:rPr lang="en-US" sz="2000" dirty="0">
                <a:solidFill>
                  <a:schemeClr val="tx1"/>
                </a:solidFill>
              </a:rPr>
              <a:t> elements, instead of </a:t>
            </a:r>
            <a:r>
              <a:rPr lang="en-US" sz="2000" noProof="1">
                <a:solidFill>
                  <a:schemeClr val="tx1"/>
                </a:solidFill>
                <a:latin typeface="Consolas" pitchFamily="49" charset="0"/>
                <a:cs typeface="Consolas" pitchFamily="49" charset="0"/>
              </a:rPr>
              <a:t>&lt;td&gt;</a:t>
            </a:r>
            <a:r>
              <a:rPr lang="en-US" sz="2000" dirty="0">
                <a:solidFill>
                  <a:schemeClr val="tx1"/>
                </a:solidFill>
              </a:rPr>
              <a:t> elements</a:t>
            </a:r>
          </a:p>
          <a:p>
            <a:pPr lvl="1">
              <a:defRPr/>
            </a:pPr>
            <a:r>
              <a:rPr lang="en-US" sz="2000" noProof="1">
                <a:solidFill>
                  <a:schemeClr val="tx1"/>
                </a:solidFill>
                <a:latin typeface="Consolas" pitchFamily="49" charset="0"/>
                <a:cs typeface="Consolas" pitchFamily="49" charset="0"/>
              </a:rPr>
              <a:t>&lt;tbody&gt;</a:t>
            </a:r>
            <a:r>
              <a:rPr lang="en-US" sz="2000" dirty="0">
                <a:solidFill>
                  <a:schemeClr val="tx1"/>
                </a:solidFill>
              </a:rPr>
              <a:t> denotes a collection of table rows that contain the very data</a:t>
            </a:r>
          </a:p>
          <a:p>
            <a:pPr lvl="1">
              <a:defRPr/>
            </a:pPr>
            <a:r>
              <a:rPr lang="en-US" sz="2000" noProof="1">
                <a:solidFill>
                  <a:schemeClr val="tx1"/>
                </a:solidFill>
                <a:latin typeface="Consolas" pitchFamily="49" charset="0"/>
                <a:cs typeface="Consolas" pitchFamily="49" charset="0"/>
              </a:rPr>
              <a:t>&lt;tfoot&gt;</a:t>
            </a:r>
            <a:r>
              <a:rPr lang="en-US" sz="2000" dirty="0">
                <a:solidFill>
                  <a:schemeClr val="tx1"/>
                </a:solidFill>
              </a:rPr>
              <a:t> denotes table footer.</a:t>
            </a:r>
          </a:p>
          <a:p>
            <a:pPr lvl="1">
              <a:defRPr/>
            </a:pPr>
            <a:r>
              <a:rPr lang="en-US" sz="2000" noProof="1">
                <a:solidFill>
                  <a:schemeClr val="tx1"/>
                </a:solidFill>
                <a:latin typeface="Consolas" pitchFamily="49" charset="0"/>
                <a:cs typeface="Consolas" pitchFamily="49" charset="0"/>
              </a:rPr>
              <a:t>&lt;colgroup&gt;</a:t>
            </a:r>
            <a:r>
              <a:rPr lang="en-US" sz="2000" dirty="0">
                <a:solidFill>
                  <a:schemeClr val="tx1"/>
                </a:solidFill>
              </a:rPr>
              <a:t> and </a:t>
            </a:r>
            <a:r>
              <a:rPr lang="en-US" sz="2000" noProof="1">
                <a:solidFill>
                  <a:schemeClr val="tx1"/>
                </a:solidFill>
                <a:latin typeface="Consolas" pitchFamily="49" charset="0"/>
                <a:cs typeface="Consolas" pitchFamily="49" charset="0"/>
              </a:rPr>
              <a:t>&lt;col&gt;</a:t>
            </a:r>
            <a:r>
              <a:rPr lang="en-US" sz="2000" dirty="0">
                <a:solidFill>
                  <a:schemeClr val="tx1"/>
                </a:solidFill>
              </a:rPr>
              <a:t> define columns (used to set column widths)</a:t>
            </a:r>
          </a:p>
        </p:txBody>
      </p:sp>
      <p:sp>
        <p:nvSpPr>
          <p:cNvPr id="2" name="Footer Placeholder 1"/>
          <p:cNvSpPr>
            <a:spLocks noGrp="1"/>
          </p:cNvSpPr>
          <p:nvPr>
            <p:ph type="ftr" sz="quarter" idx="11"/>
          </p:nvPr>
        </p:nvSpPr>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40</a:t>
            </a:fld>
            <a:endParaRPr lang="en-US"/>
          </a:p>
        </p:txBody>
      </p:sp>
    </p:spTree>
    <p:extLst>
      <p:ext uri="{BB962C8B-B14F-4D97-AF65-F5344CB8AC3E}">
        <p14:creationId xmlns:p14="http://schemas.microsoft.com/office/powerpoint/2010/main" val="308758904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4" name="Rectangle 2"/>
          <p:cNvSpPr>
            <a:spLocks noGrp="1" noChangeArrowheads="1"/>
          </p:cNvSpPr>
          <p:nvPr>
            <p:ph type="title"/>
          </p:nvPr>
        </p:nvSpPr>
        <p:spPr>
          <a:xfrm>
            <a:off x="2768744" y="583212"/>
            <a:ext cx="8026113" cy="1280890"/>
          </a:xfrm>
        </p:spPr>
        <p:txBody>
          <a:bodyPr/>
          <a:lstStyle/>
          <a:p>
            <a:pPr>
              <a:defRPr/>
            </a:pPr>
            <a:r>
              <a:rPr lang="en-US" sz="3800" dirty="0">
                <a:solidFill>
                  <a:schemeClr val="tx1"/>
                </a:solidFill>
              </a:rPr>
              <a:t>Complete HTML Table: Example</a:t>
            </a:r>
            <a:endParaRPr lang="bg-BG" sz="3800" dirty="0">
              <a:solidFill>
                <a:schemeClr val="tx1"/>
              </a:solidFill>
            </a:endParaRPr>
          </a:p>
        </p:txBody>
      </p:sp>
      <p:sp>
        <p:nvSpPr>
          <p:cNvPr id="1057795" name="Rectangle 3"/>
          <p:cNvSpPr>
            <a:spLocks noGrp="1" noChangeArrowheads="1"/>
          </p:cNvSpPr>
          <p:nvPr>
            <p:ph idx="1"/>
          </p:nvPr>
        </p:nvSpPr>
        <p:spPr/>
        <p:txBody>
          <a:bodyPr/>
          <a:lstStyle/>
          <a:p>
            <a:pPr>
              <a:buFontTx/>
              <a:buNone/>
              <a:defRPr/>
            </a:pPr>
            <a:r>
              <a:rPr lang="en-US" dirty="0">
                <a:solidFill>
                  <a:schemeClr val="tx1"/>
                </a:solidFill>
              </a:rPr>
              <a:t> </a:t>
            </a:r>
            <a:endParaRPr lang="bg-BG" dirty="0">
              <a:solidFill>
                <a:schemeClr val="tx1"/>
              </a:solidFill>
            </a:endParaRPr>
          </a:p>
        </p:txBody>
      </p:sp>
      <p:sp>
        <p:nvSpPr>
          <p:cNvPr id="1057796" name="Rectangle 4"/>
          <p:cNvSpPr>
            <a:spLocks noChangeArrowheads="1"/>
          </p:cNvSpPr>
          <p:nvPr/>
        </p:nvSpPr>
        <p:spPr bwMode="auto">
          <a:xfrm>
            <a:off x="2135188" y="1066801"/>
            <a:ext cx="7847012" cy="546117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&lt;table&gt;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&lt;colgroup&gt;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  &lt;col style="width:100px" /&gt;&lt;col /&gt;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&lt;/colgroup&gt;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&lt;thead&gt;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  &lt;tr&gt;&lt;th&gt;Column 1&lt;/th&gt;&lt;th&gt;Column 2&lt;/th&gt;&lt;/tr&gt;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&lt;/thead&gt;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&lt;tbody&gt;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  &lt;tr&gt;&lt;td&gt;Cell 1.1&lt;/td&gt;&lt;td&gt;Cell 1.2&lt;/td&gt;&lt;/tr&gt;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  &lt;tr&gt;&lt;td&gt;Cell 2.1&lt;/td&gt;&lt;td&gt;Cell 2.2&lt;/td&gt;&lt;/tr&gt;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&lt;/tbody&gt;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&lt;tfoot&gt;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  &lt;tr&gt;&lt;td&gt;Footer 1&lt;/td&gt;&lt;td&gt;Footer 2&lt;/td&gt;&lt;/tr&gt;</a:t>
            </a:r>
          </a:p>
          <a:p>
            <a:pPr lvl="1"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&lt;/tfoot&gt;</a:t>
            </a:r>
          </a:p>
          <a:p>
            <a:pPr eaLnBrk="0" hangingPunct="0">
              <a:lnSpc>
                <a:spcPts val="2800"/>
              </a:lnSpc>
              <a:buClr>
                <a:schemeClr val="accent5">
                  <a:lumMod val="40000"/>
                  <a:lumOff val="60000"/>
                </a:schemeClr>
              </a:buClr>
              <a:buSzPct val="70000"/>
              <a:defRPr/>
            </a:pPr>
            <a:r>
              <a:rPr lang="en-US" sz="2200" noProof="1">
                <a:latin typeface="Consolas" pitchFamily="49" charset="0"/>
                <a:cs typeface="Consolas" pitchFamily="49" charset="0"/>
              </a:rPr>
              <a:t>&lt;/table&gt;</a:t>
            </a:r>
          </a:p>
        </p:txBody>
      </p:sp>
      <p:sp>
        <p:nvSpPr>
          <p:cNvPr id="11" name="AutoShape 7"/>
          <p:cNvSpPr>
            <a:spLocks noChangeArrowheads="1"/>
          </p:cNvSpPr>
          <p:nvPr/>
        </p:nvSpPr>
        <p:spPr bwMode="auto">
          <a:xfrm>
            <a:off x="4876800" y="2291596"/>
            <a:ext cx="2514600" cy="527804"/>
          </a:xfrm>
          <a:prstGeom prst="wedgeRoundRectCallout">
            <a:avLst>
              <a:gd name="adj1" fmla="val -90772"/>
              <a:gd name="adj2" fmla="val 47887"/>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noProof="1">
                <a:cs typeface="Consolas" pitchFamily="49" charset="0"/>
              </a:rPr>
              <a:t>header</a:t>
            </a:r>
          </a:p>
        </p:txBody>
      </p:sp>
      <p:sp>
        <p:nvSpPr>
          <p:cNvPr id="12" name="AutoShape 7"/>
          <p:cNvSpPr>
            <a:spLocks noChangeArrowheads="1"/>
          </p:cNvSpPr>
          <p:nvPr/>
        </p:nvSpPr>
        <p:spPr bwMode="auto">
          <a:xfrm>
            <a:off x="4572000" y="3358396"/>
            <a:ext cx="2209800" cy="527804"/>
          </a:xfrm>
          <a:prstGeom prst="wedgeRoundRectCallout">
            <a:avLst>
              <a:gd name="adj1" fmla="val -82311"/>
              <a:gd name="adj2" fmla="val 52581"/>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noProof="1">
                <a:cs typeface="Consolas" pitchFamily="49" charset="0"/>
              </a:rPr>
              <a:t>footer</a:t>
            </a:r>
          </a:p>
        </p:txBody>
      </p:sp>
      <p:sp>
        <p:nvSpPr>
          <p:cNvPr id="13" name="AutoShape 7"/>
          <p:cNvSpPr>
            <a:spLocks noChangeArrowheads="1"/>
          </p:cNvSpPr>
          <p:nvPr/>
        </p:nvSpPr>
        <p:spPr bwMode="auto">
          <a:xfrm>
            <a:off x="5410200" y="4425197"/>
            <a:ext cx="4572000" cy="953453"/>
          </a:xfrm>
          <a:prstGeom prst="wedgeRoundRectCallout">
            <a:avLst>
              <a:gd name="adj1" fmla="val -84572"/>
              <a:gd name="adj2" fmla="val 43450"/>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noProof="1">
                <a:cs typeface="Consolas" pitchFamily="49" charset="0"/>
              </a:rPr>
              <a:t>Last comes the body (data)</a:t>
            </a:r>
          </a:p>
        </p:txBody>
      </p:sp>
      <p:sp>
        <p:nvSpPr>
          <p:cNvPr id="9" name="AutoShape 7"/>
          <p:cNvSpPr>
            <a:spLocks noChangeArrowheads="1"/>
          </p:cNvSpPr>
          <p:nvPr/>
        </p:nvSpPr>
        <p:spPr bwMode="auto">
          <a:xfrm>
            <a:off x="8991600" y="2209800"/>
            <a:ext cx="990600" cy="527804"/>
          </a:xfrm>
          <a:prstGeom prst="wedgeRoundRectCallout">
            <a:avLst>
              <a:gd name="adj1" fmla="val -88658"/>
              <a:gd name="adj2" fmla="val 74075"/>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noProof="1">
                <a:cs typeface="Consolas" pitchFamily="49" charset="0"/>
              </a:rPr>
              <a:t>th</a:t>
            </a:r>
          </a:p>
        </p:txBody>
      </p:sp>
      <p:sp>
        <p:nvSpPr>
          <p:cNvPr id="10" name="AutoShape 7"/>
          <p:cNvSpPr>
            <a:spLocks noChangeArrowheads="1"/>
          </p:cNvSpPr>
          <p:nvPr/>
        </p:nvSpPr>
        <p:spPr bwMode="auto">
          <a:xfrm>
            <a:off x="5410200" y="1224796"/>
            <a:ext cx="2514600" cy="527804"/>
          </a:xfrm>
          <a:prstGeom prst="wedgeRoundRectCallout">
            <a:avLst>
              <a:gd name="adj1" fmla="val -90772"/>
              <a:gd name="adj2" fmla="val 47887"/>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noProof="1">
                <a:cs typeface="Consolas" pitchFamily="49" charset="0"/>
              </a:rPr>
              <a:t>columns</a:t>
            </a:r>
          </a:p>
        </p:txBody>
      </p:sp>
      <p:sp>
        <p:nvSpPr>
          <p:cNvPr id="2" name="Footer Placeholder 1"/>
          <p:cNvSpPr>
            <a:spLocks noGrp="1"/>
          </p:cNvSpPr>
          <p:nvPr>
            <p:ph type="ftr" sz="quarter" idx="11"/>
          </p:nvPr>
        </p:nvSpPr>
        <p:spPr>
          <a:xfrm>
            <a:off x="3466415" y="6482855"/>
            <a:ext cx="5716488" cy="365125"/>
          </a:xfrm>
        </p:spPr>
        <p:txBody>
          <a:bodyPr/>
          <a:lstStyle/>
          <a:p>
            <a:r>
              <a:rPr lang="en-US" dirty="0">
                <a:solidFill>
                  <a:schemeClr val="tx1"/>
                </a:solidFill>
              </a:rPr>
              <a:t>Department of Computer Science, COMSATS University Islamabad, Attock Campus</a:t>
            </a:r>
          </a:p>
        </p:txBody>
      </p:sp>
      <p:sp>
        <p:nvSpPr>
          <p:cNvPr id="4" name="Slide Number Placeholder 3"/>
          <p:cNvSpPr>
            <a:spLocks noGrp="1"/>
          </p:cNvSpPr>
          <p:nvPr>
            <p:ph type="sldNum" sz="quarter" idx="12"/>
          </p:nvPr>
        </p:nvSpPr>
        <p:spPr/>
        <p:txBody>
          <a:bodyPr/>
          <a:lstStyle/>
          <a:p>
            <a:fld id="{EA01E00C-350D-493E-B140-69306DC35D1C}" type="slidenum">
              <a:rPr lang="en-US" smtClean="0"/>
              <a:t>41</a:t>
            </a:fld>
            <a:endParaRPr lang="en-US"/>
          </a:p>
        </p:txBody>
      </p:sp>
    </p:spTree>
    <p:extLst>
      <p:ext uri="{BB962C8B-B14F-4D97-AF65-F5344CB8AC3E}">
        <p14:creationId xmlns:p14="http://schemas.microsoft.com/office/powerpoint/2010/main" val="25493538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9" grpId="0" animBg="1"/>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8" name="Rectangle 2"/>
          <p:cNvSpPr>
            <a:spLocks noGrp="1" noChangeArrowheads="1"/>
          </p:cNvSpPr>
          <p:nvPr>
            <p:ph type="title"/>
          </p:nvPr>
        </p:nvSpPr>
        <p:spPr>
          <a:xfrm>
            <a:off x="2946399" y="609600"/>
            <a:ext cx="9884230" cy="838200"/>
          </a:xfrm>
        </p:spPr>
        <p:txBody>
          <a:bodyPr>
            <a:normAutofit/>
          </a:bodyPr>
          <a:lstStyle/>
          <a:p>
            <a:pPr>
              <a:defRPr/>
            </a:pPr>
            <a:r>
              <a:rPr lang="en-US" sz="3800" dirty="0">
                <a:solidFill>
                  <a:schemeClr val="tx1"/>
                </a:solidFill>
              </a:rPr>
              <a:t>Complete HTML </a:t>
            </a:r>
            <a:r>
              <a:rPr lang="en-US" sz="3800" dirty="0" err="1">
                <a:solidFill>
                  <a:schemeClr val="tx1"/>
                </a:solidFill>
              </a:rPr>
              <a:t>Table:Example</a:t>
            </a:r>
            <a:endParaRPr lang="bg-BG" sz="3800" dirty="0">
              <a:solidFill>
                <a:schemeClr val="tx1"/>
              </a:solidFill>
            </a:endParaRPr>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foregroundMark x1="7599" y1="18543" x2="29016" y2="34437"/>
                        <a14:foregroundMark x1="86874" y1="27815" x2="86528" y2="45033"/>
                        <a14:foregroundMark x1="86183" y1="43377" x2="85147" y2="42715"/>
                        <a14:foregroundMark x1="67703" y1="43377" x2="67876" y2="51656"/>
                        <a14:foregroundMark x1="91364" y1="14238" x2="91364" y2="14238"/>
                        <a14:foregroundMark x1="93264" y1="13245" x2="81002" y2="12914"/>
                      </a14:backgroundRemoval>
                    </a14:imgEffect>
                  </a14:imgLayer>
                </a14:imgProps>
              </a:ext>
              <a:ext uri="{28A0092B-C50C-407E-A947-70E740481C1C}">
                <a14:useLocalDpi xmlns:a14="http://schemas.microsoft.com/office/drawing/2010/main"/>
              </a:ext>
            </a:extLst>
          </a:blip>
          <a:srcRect/>
          <a:stretch>
            <a:fillRect/>
          </a:stretch>
        </p:blipFill>
        <p:spPr bwMode="auto">
          <a:xfrm>
            <a:off x="2412511" y="1152909"/>
            <a:ext cx="7824297" cy="408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a:xfrm>
            <a:off x="3466415" y="6545222"/>
            <a:ext cx="5716488" cy="365125"/>
          </a:xfrm>
        </p:spPr>
        <p:txBody>
          <a:bodyPr/>
          <a:lstStyle/>
          <a:p>
            <a:r>
              <a:rPr lang="en-US" dirty="0">
                <a:solidFill>
                  <a:schemeClr val="tx1"/>
                </a:solidFill>
              </a:rPr>
              <a:t>Department of Computer Science, COMSATS University Islamabad, Attock Campus</a:t>
            </a:r>
          </a:p>
        </p:txBody>
      </p:sp>
      <p:sp>
        <p:nvSpPr>
          <p:cNvPr id="4" name="Slide Number Placeholder 3"/>
          <p:cNvSpPr>
            <a:spLocks noGrp="1"/>
          </p:cNvSpPr>
          <p:nvPr>
            <p:ph type="sldNum" sz="quarter" idx="12"/>
          </p:nvPr>
        </p:nvSpPr>
        <p:spPr/>
        <p:txBody>
          <a:bodyPr/>
          <a:lstStyle/>
          <a:p>
            <a:fld id="{EA01E00C-350D-493E-B140-69306DC35D1C}" type="slidenum">
              <a:rPr lang="en-US" smtClean="0"/>
              <a:t>42</a:t>
            </a:fld>
            <a:endParaRPr lang="en-US"/>
          </a:p>
        </p:txBody>
      </p:sp>
    </p:spTree>
    <p:extLst>
      <p:ext uri="{BB962C8B-B14F-4D97-AF65-F5344CB8AC3E}">
        <p14:creationId xmlns:p14="http://schemas.microsoft.com/office/powerpoint/2010/main" val="8997298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static02.bybe.net/content/html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857" y="771807"/>
            <a:ext cx="6096000" cy="3505200"/>
          </a:xfrm>
          <a:prstGeom prst="roundRect">
            <a:avLst>
              <a:gd name="adj" fmla="val 5487"/>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ctrTitle"/>
          </p:nvPr>
        </p:nvSpPr>
        <p:spPr>
          <a:xfrm>
            <a:off x="2902857" y="4529541"/>
            <a:ext cx="7924800" cy="685800"/>
          </a:xfrm>
        </p:spPr>
        <p:txBody>
          <a:bodyPr>
            <a:normAutofit fontScale="90000"/>
          </a:bodyPr>
          <a:lstStyle/>
          <a:p>
            <a:r>
              <a:rPr lang="en-US" dirty="0"/>
              <a:t>Nested HTML Tables</a:t>
            </a:r>
          </a:p>
        </p:txBody>
      </p:sp>
      <p:sp>
        <p:nvSpPr>
          <p:cNvPr id="2" name="Footer Placeholder 1"/>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4" name="Subtitle 3"/>
          <p:cNvSpPr>
            <a:spLocks noGrp="1"/>
          </p:cNvSpPr>
          <p:nvPr>
            <p:ph type="subTitle" idx="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43</a:t>
            </a:fld>
            <a:endParaRPr lang="en-US" dirty="0"/>
          </a:p>
        </p:txBody>
      </p:sp>
    </p:spTree>
    <p:extLst>
      <p:ext uri="{BB962C8B-B14F-4D97-AF65-F5344CB8AC3E}">
        <p14:creationId xmlns:p14="http://schemas.microsoft.com/office/powerpoint/2010/main" val="341139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defRPr/>
            </a:pPr>
            <a:r>
              <a:rPr lang="en-US" dirty="0">
                <a:solidFill>
                  <a:schemeClr val="tx1"/>
                </a:solidFill>
              </a:rPr>
              <a:t>Nested Tables</a:t>
            </a:r>
          </a:p>
        </p:txBody>
      </p:sp>
      <p:sp>
        <p:nvSpPr>
          <p:cNvPr id="931843" name="Rectangle 3"/>
          <p:cNvSpPr>
            <a:spLocks noGrp="1" noChangeArrowheads="1"/>
          </p:cNvSpPr>
          <p:nvPr>
            <p:ph idx="1"/>
          </p:nvPr>
        </p:nvSpPr>
        <p:spPr>
          <a:xfrm>
            <a:off x="1847850" y="1305308"/>
            <a:ext cx="8496300" cy="5014530"/>
          </a:xfrm>
        </p:spPr>
        <p:txBody>
          <a:bodyPr>
            <a:normAutofit/>
          </a:bodyPr>
          <a:lstStyle/>
          <a:p>
            <a:pPr>
              <a:lnSpc>
                <a:spcPct val="90000"/>
              </a:lnSpc>
              <a:defRPr/>
            </a:pPr>
            <a:r>
              <a:rPr lang="en-US" sz="2400" dirty="0">
                <a:solidFill>
                  <a:schemeClr val="tx1"/>
                </a:solidFill>
              </a:rPr>
              <a:t>Table "cells" (</a:t>
            </a:r>
            <a:r>
              <a:rPr lang="en-US" sz="2400" dirty="0">
                <a:solidFill>
                  <a:schemeClr val="tx1"/>
                </a:solidFill>
                <a:latin typeface="Consolas" pitchFamily="49" charset="0"/>
                <a:cs typeface="Consolas" pitchFamily="49" charset="0"/>
              </a:rPr>
              <a:t>&lt;td&gt;</a:t>
            </a:r>
            <a:r>
              <a:rPr lang="en-US" sz="2400" dirty="0">
                <a:solidFill>
                  <a:schemeClr val="tx1"/>
                </a:solidFill>
              </a:rPr>
              <a:t>) can contain nested tables (tables within tables):</a:t>
            </a:r>
            <a:endParaRPr lang="en-US" sz="2400" dirty="0">
              <a:solidFill>
                <a:schemeClr val="tx1"/>
              </a:solidFill>
              <a:latin typeface="Courier New" pitchFamily="49" charset="0"/>
            </a:endParaRPr>
          </a:p>
        </p:txBody>
      </p:sp>
      <p:sp>
        <p:nvSpPr>
          <p:cNvPr id="931846" name="Rectangle 6"/>
          <p:cNvSpPr>
            <a:spLocks noChangeArrowheads="1"/>
          </p:cNvSpPr>
          <p:nvPr/>
        </p:nvSpPr>
        <p:spPr bwMode="auto">
          <a:xfrm>
            <a:off x="2063751" y="2057401"/>
            <a:ext cx="7993063" cy="442685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&lt;table&gt;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&lt;td&gt;Contact:&lt;/td&gt;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&lt;td&gt;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&lt;table&gt;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&lt;td&gt;First Name&lt;/td&gt;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&lt;td&gt;Last Name&lt;/td&gt;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&lt;/table&gt;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&lt;/td&gt;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  &lt;/tr&gt;</a:t>
            </a:r>
          </a:p>
          <a:p>
            <a:pPr eaLnBrk="0" hangingPunct="0">
              <a:lnSpc>
                <a:spcPts val="2600"/>
              </a:lnSpc>
              <a:buClr>
                <a:schemeClr val="accent5">
                  <a:lumMod val="40000"/>
                  <a:lumOff val="60000"/>
                </a:schemeClr>
              </a:buClr>
              <a:buSzPct val="70000"/>
              <a:defRPr/>
            </a:pPr>
            <a:r>
              <a:rPr lang="en-US" sz="2200" noProof="1">
                <a:latin typeface="Consolas" pitchFamily="49" charset="0"/>
                <a:cs typeface="Consolas" pitchFamily="49" charset="0"/>
              </a:rPr>
              <a:t>&lt;/table&gt;</a:t>
            </a:r>
          </a:p>
        </p:txBody>
      </p:sp>
      <p:pic>
        <p:nvPicPr>
          <p:cNvPr id="3074"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0" r="100000">
                        <a14:foregroundMark x1="9396" y1="11364" x2="34452" y2="10390"/>
                        <a14:foregroundMark x1="18345" y1="24351" x2="44519" y2="67532"/>
                        <a14:foregroundMark x1="61745" y1="26948" x2="29530" y2="69156"/>
                        <a14:foregroundMark x1="21924" y1="54221" x2="61745" y2="87987"/>
                        <a14:foregroundMark x1="56823" y1="64610" x2="14765" y2="67857"/>
                        <a14:foregroundMark x1="10291" y1="45130" x2="19463" y2="72727"/>
                        <a14:foregroundMark x1="68456" y1="45130" x2="76063" y2="71753"/>
                        <a14:foregroundMark x1="79642" y1="53571" x2="26398" y2="47078"/>
                      </a14:backgroundRemoval>
                    </a14:imgEffect>
                  </a14:imgLayer>
                </a14:imgProps>
              </a:ext>
              <a:ext uri="{28A0092B-C50C-407E-A947-70E740481C1C}">
                <a14:useLocalDpi xmlns:a14="http://schemas.microsoft.com/office/drawing/2010/main"/>
              </a:ext>
            </a:extLst>
          </a:blip>
          <a:srcRect/>
          <a:stretch>
            <a:fillRect/>
          </a:stretch>
        </p:blipFill>
        <p:spPr bwMode="auto">
          <a:xfrm>
            <a:off x="7088763" y="3351109"/>
            <a:ext cx="3820253" cy="263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a:xfrm>
            <a:off x="3469201" y="6492876"/>
            <a:ext cx="5716488" cy="365125"/>
          </a:xfrm>
        </p:spPr>
        <p:txBody>
          <a:bodyPr/>
          <a:lstStyle/>
          <a:p>
            <a:r>
              <a:rPr lang="en-US" dirty="0">
                <a:solidFill>
                  <a:schemeClr val="tx1"/>
                </a:solidFill>
              </a:rPr>
              <a:t>Department of Computer Science, COMSATS University Islamabad, Attock Campus</a:t>
            </a:r>
          </a:p>
        </p:txBody>
      </p:sp>
      <p:sp>
        <p:nvSpPr>
          <p:cNvPr id="4" name="Slide Number Placeholder 3"/>
          <p:cNvSpPr>
            <a:spLocks noGrp="1"/>
          </p:cNvSpPr>
          <p:nvPr>
            <p:ph type="sldNum" sz="quarter" idx="12"/>
          </p:nvPr>
        </p:nvSpPr>
        <p:spPr/>
        <p:txBody>
          <a:bodyPr/>
          <a:lstStyle/>
          <a:p>
            <a:fld id="{EA01E00C-350D-493E-B140-69306DC35D1C}" type="slidenum">
              <a:rPr lang="en-US" smtClean="0"/>
              <a:t>44</a:t>
            </a:fld>
            <a:endParaRPr lang="en-US"/>
          </a:p>
        </p:txBody>
      </p:sp>
    </p:spTree>
    <p:extLst>
      <p:ext uri="{BB962C8B-B14F-4D97-AF65-F5344CB8AC3E}">
        <p14:creationId xmlns:p14="http://schemas.microsoft.com/office/powerpoint/2010/main" val="4010746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
          <p:cNvSpPr txBox="1">
            <a:spLocks noChangeArrowheads="1"/>
          </p:cNvSpPr>
          <p:nvPr/>
        </p:nvSpPr>
        <p:spPr>
          <a:xfrm>
            <a:off x="5867400" y="1981200"/>
            <a:ext cx="4267200" cy="4419600"/>
          </a:xfrm>
          <a:prstGeom prst="rect">
            <a:avLst/>
          </a:prstGeom>
        </p:spPr>
        <p:txBody>
          <a:bodyPr/>
          <a:lstStyle/>
          <a:p>
            <a:pPr marL="342900" indent="-342900" eaLnBrk="0" hangingPunct="0">
              <a:lnSpc>
                <a:spcPct val="90000"/>
              </a:lnSpc>
              <a:spcBef>
                <a:spcPts val="600"/>
              </a:spcBef>
              <a:spcAft>
                <a:spcPts val="600"/>
              </a:spcAft>
              <a:buSzPct val="70000"/>
              <a:buFont typeface="Arial" panose="020B0604020202020204" pitchFamily="34" charset="0"/>
              <a:buChar char="•"/>
              <a:tabLst>
                <a:tab pos="282575" algn="l"/>
              </a:tabLst>
              <a:defRPr/>
            </a:pPr>
            <a:r>
              <a:rPr lang="en-US" sz="2400" noProof="1">
                <a:latin typeface="+mj-lt"/>
                <a:cs typeface="Consolas" pitchFamily="49" charset="0"/>
              </a:rPr>
              <a:t>cellpadding</a:t>
            </a: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latin typeface="+mj-lt"/>
              <a:cs typeface="Consolas" pitchFamily="49" charset="0"/>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latin typeface="+mj-lt"/>
              <a:cs typeface="Consolas" pitchFamily="49" charset="0"/>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latin typeface="+mj-lt"/>
              <a:cs typeface="Consolas" pitchFamily="49" charset="0"/>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latin typeface="+mj-lt"/>
              <a:cs typeface="Consolas" pitchFamily="49" charset="0"/>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latin typeface="+mj-lt"/>
              <a:cs typeface="Consolas" pitchFamily="49" charset="0"/>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latin typeface="+mj-lt"/>
              <a:cs typeface="Consolas" pitchFamily="49" charset="0"/>
            </a:endParaRPr>
          </a:p>
          <a:p>
            <a:pPr marL="342900" indent="-342900" eaLnBrk="0" hangingPunct="0">
              <a:spcBef>
                <a:spcPts val="1800"/>
              </a:spcBef>
              <a:spcAft>
                <a:spcPts val="600"/>
              </a:spcAft>
              <a:buSzPct val="70000"/>
              <a:buFont typeface="Arial" panose="020B0604020202020204" pitchFamily="34" charset="0"/>
              <a:buChar char="•"/>
              <a:tabLst>
                <a:tab pos="282575" algn="l"/>
              </a:tabLst>
              <a:defRPr/>
            </a:pPr>
            <a:r>
              <a:rPr lang="en-US" sz="2400" dirty="0">
                <a:latin typeface="+mj-lt"/>
                <a:cs typeface="Consolas" pitchFamily="49" charset="0"/>
              </a:rPr>
              <a:t>Defines the empty space around the cell content</a:t>
            </a:r>
          </a:p>
        </p:txBody>
      </p:sp>
      <p:sp>
        <p:nvSpPr>
          <p:cNvPr id="36" name="Rectangle 3"/>
          <p:cNvSpPr txBox="1">
            <a:spLocks noChangeArrowheads="1"/>
          </p:cNvSpPr>
          <p:nvPr/>
        </p:nvSpPr>
        <p:spPr>
          <a:xfrm>
            <a:off x="1981200" y="1981201"/>
            <a:ext cx="3352800" cy="4154609"/>
          </a:xfrm>
          <a:prstGeom prst="rect">
            <a:avLst/>
          </a:prstGeom>
        </p:spPr>
        <p:txBody>
          <a:bodyPr/>
          <a:lstStyle/>
          <a:p>
            <a:pPr marL="282575" indent="-282575" eaLnBrk="0" hangingPunct="0">
              <a:lnSpc>
                <a:spcPct val="90000"/>
              </a:lnSpc>
              <a:spcBef>
                <a:spcPts val="600"/>
              </a:spcBef>
              <a:spcAft>
                <a:spcPts val="600"/>
              </a:spcAft>
              <a:buSzPct val="70000"/>
              <a:buFont typeface="Wingdings 2" pitchFamily="18" charset="2"/>
              <a:buChar char=""/>
              <a:tabLst>
                <a:tab pos="282575" algn="l"/>
              </a:tabLst>
              <a:defRPr/>
            </a:pPr>
            <a:r>
              <a:rPr lang="en-US" sz="2400" noProof="1">
                <a:latin typeface="+mj-lt"/>
                <a:cs typeface="Consolas" pitchFamily="49" charset="0"/>
              </a:rPr>
              <a:t>cellspacing</a:t>
            </a:r>
          </a:p>
          <a:p>
            <a:pPr marL="282575" indent="-282575" eaLnBrk="0" hangingPunct="0">
              <a:lnSpc>
                <a:spcPct val="90000"/>
              </a:lnSpc>
              <a:spcBef>
                <a:spcPts val="600"/>
              </a:spcBef>
              <a:spcAft>
                <a:spcPts val="600"/>
              </a:spcAft>
              <a:buSzPct val="70000"/>
              <a:buFont typeface="Wingdings 2" pitchFamily="18" charset="2"/>
              <a:buChar char=""/>
              <a:tabLst>
                <a:tab pos="282575" algn="l"/>
              </a:tabLst>
              <a:defRPr/>
            </a:pPr>
            <a:endParaRPr lang="en-US" sz="2400" dirty="0"/>
          </a:p>
          <a:p>
            <a:pPr marL="282575" indent="-282575" eaLnBrk="0" hangingPunct="0">
              <a:lnSpc>
                <a:spcPct val="90000"/>
              </a:lnSpc>
              <a:spcBef>
                <a:spcPts val="600"/>
              </a:spcBef>
              <a:spcAft>
                <a:spcPts val="600"/>
              </a:spcAft>
              <a:buSzPct val="70000"/>
              <a:buFont typeface="Wingdings 2" pitchFamily="18" charset="2"/>
              <a:buChar char=""/>
              <a:tabLst>
                <a:tab pos="282575" algn="l"/>
              </a:tabLst>
              <a:defRPr/>
            </a:pPr>
            <a:endParaRPr lang="en-US" sz="2400" dirty="0"/>
          </a:p>
          <a:p>
            <a:pPr marL="282575" indent="-282575" eaLnBrk="0" hangingPunct="0">
              <a:lnSpc>
                <a:spcPct val="90000"/>
              </a:lnSpc>
              <a:spcBef>
                <a:spcPts val="600"/>
              </a:spcBef>
              <a:spcAft>
                <a:spcPts val="600"/>
              </a:spcAft>
              <a:buSzPct val="70000"/>
              <a:buFont typeface="Wingdings 2" pitchFamily="18" charset="2"/>
              <a:buChar char=""/>
              <a:tabLst>
                <a:tab pos="282575" algn="l"/>
              </a:tabLst>
              <a:defRPr/>
            </a:pPr>
            <a:endParaRPr lang="en-US" sz="2400" dirty="0"/>
          </a:p>
          <a:p>
            <a:pPr eaLnBrk="0" hangingPunct="0">
              <a:lnSpc>
                <a:spcPct val="90000"/>
              </a:lnSpc>
              <a:spcBef>
                <a:spcPts val="1800"/>
              </a:spcBef>
              <a:spcAft>
                <a:spcPts val="600"/>
              </a:spcAft>
              <a:buSzPct val="70000"/>
              <a:tabLst>
                <a:tab pos="282575" algn="l"/>
              </a:tabLst>
              <a:defRPr/>
            </a:pPr>
            <a:endParaRPr lang="en-US" sz="2400" dirty="0"/>
          </a:p>
          <a:p>
            <a:pPr marL="282575" indent="-282575" eaLnBrk="0" hangingPunct="0">
              <a:lnSpc>
                <a:spcPct val="90000"/>
              </a:lnSpc>
              <a:spcBef>
                <a:spcPts val="1800"/>
              </a:spcBef>
              <a:spcAft>
                <a:spcPts val="600"/>
              </a:spcAft>
              <a:buSzPct val="70000"/>
              <a:buFont typeface="Wingdings 2" pitchFamily="18" charset="2"/>
              <a:buChar char=""/>
              <a:tabLst>
                <a:tab pos="282575" algn="l"/>
              </a:tabLst>
              <a:defRPr/>
            </a:pPr>
            <a:endParaRPr lang="en-US" sz="2400" dirty="0"/>
          </a:p>
          <a:p>
            <a:pPr marL="282575" indent="-282575" eaLnBrk="0" hangingPunct="0">
              <a:lnSpc>
                <a:spcPct val="90000"/>
              </a:lnSpc>
              <a:spcBef>
                <a:spcPts val="1800"/>
              </a:spcBef>
              <a:spcAft>
                <a:spcPts val="600"/>
              </a:spcAft>
              <a:buSzPct val="70000"/>
              <a:buFont typeface="Wingdings 2" pitchFamily="18" charset="2"/>
              <a:buChar char=""/>
              <a:tabLst>
                <a:tab pos="282575" algn="l"/>
              </a:tabLst>
              <a:defRPr/>
            </a:pPr>
            <a:r>
              <a:rPr lang="en-US" sz="2400" dirty="0"/>
              <a:t>Defines the empty space between cells</a:t>
            </a:r>
          </a:p>
        </p:txBody>
      </p:sp>
      <p:sp>
        <p:nvSpPr>
          <p:cNvPr id="1024002" name="Rectangle 2"/>
          <p:cNvSpPr>
            <a:spLocks noGrp="1" noChangeArrowheads="1"/>
          </p:cNvSpPr>
          <p:nvPr>
            <p:ph type="title"/>
          </p:nvPr>
        </p:nvSpPr>
        <p:spPr/>
        <p:txBody>
          <a:bodyPr/>
          <a:lstStyle/>
          <a:p>
            <a:pPr>
              <a:defRPr/>
            </a:pPr>
            <a:r>
              <a:rPr lang="en-US" sz="3800">
                <a:solidFill>
                  <a:schemeClr val="tx1"/>
                </a:solidFill>
              </a:rPr>
              <a:t>Cell Spacing and Padding</a:t>
            </a:r>
          </a:p>
        </p:txBody>
      </p:sp>
      <p:sp>
        <p:nvSpPr>
          <p:cNvPr id="1024003" name="Rectangle 3"/>
          <p:cNvSpPr>
            <a:spLocks noGrp="1" noChangeArrowheads="1"/>
          </p:cNvSpPr>
          <p:nvPr>
            <p:ph idx="1"/>
          </p:nvPr>
        </p:nvSpPr>
        <p:spPr>
          <a:xfrm>
            <a:off x="1752600" y="1459533"/>
            <a:ext cx="8686800" cy="533400"/>
          </a:xfrm>
        </p:spPr>
        <p:txBody>
          <a:bodyPr>
            <a:normAutofit/>
          </a:bodyPr>
          <a:lstStyle/>
          <a:p>
            <a:pPr>
              <a:lnSpc>
                <a:spcPct val="90000"/>
              </a:lnSpc>
              <a:defRPr/>
            </a:pPr>
            <a:r>
              <a:rPr lang="en-US" sz="2400" dirty="0">
                <a:solidFill>
                  <a:schemeClr val="tx1"/>
                </a:solidFill>
              </a:rPr>
              <a:t>Tables have two attributes related to space</a:t>
            </a:r>
          </a:p>
        </p:txBody>
      </p:sp>
      <p:grpSp>
        <p:nvGrpSpPr>
          <p:cNvPr id="2" name="Group 52"/>
          <p:cNvGrpSpPr>
            <a:grpSpLocks/>
          </p:cNvGrpSpPr>
          <p:nvPr/>
        </p:nvGrpSpPr>
        <p:grpSpPr bwMode="auto">
          <a:xfrm>
            <a:off x="2433296" y="3012282"/>
            <a:ext cx="2233612" cy="1439862"/>
            <a:chOff x="838" y="1933"/>
            <a:chExt cx="1407" cy="907"/>
          </a:xfrm>
        </p:grpSpPr>
        <p:sp>
          <p:nvSpPr>
            <p:cNvPr id="1024007" name="Rectangle 7"/>
            <p:cNvSpPr>
              <a:spLocks noChangeArrowheads="1"/>
            </p:cNvSpPr>
            <p:nvPr/>
          </p:nvSpPr>
          <p:spPr bwMode="auto">
            <a:xfrm>
              <a:off x="838" y="1933"/>
              <a:ext cx="499" cy="272"/>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anchor="ctr"/>
            <a:lstStyle/>
            <a:p>
              <a:pPr algn="ctr">
                <a:defRPr/>
              </a:pPr>
              <a:r>
                <a:rPr lang="en-US" sz="2400" dirty="0"/>
                <a:t>cell</a:t>
              </a:r>
              <a:endParaRPr lang="bg-BG" sz="2400" dirty="0"/>
            </a:p>
          </p:txBody>
        </p:sp>
        <p:sp>
          <p:nvSpPr>
            <p:cNvPr id="1024008" name="Rectangle 8"/>
            <p:cNvSpPr>
              <a:spLocks noChangeArrowheads="1"/>
            </p:cNvSpPr>
            <p:nvPr/>
          </p:nvSpPr>
          <p:spPr bwMode="auto">
            <a:xfrm>
              <a:off x="1746" y="1933"/>
              <a:ext cx="499" cy="272"/>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anchor="ctr"/>
            <a:lstStyle/>
            <a:p>
              <a:pPr algn="ctr">
                <a:defRPr/>
              </a:pPr>
              <a:r>
                <a:rPr lang="en-US" sz="2400" dirty="0"/>
                <a:t>cell</a:t>
              </a:r>
              <a:endParaRPr lang="bg-BG" sz="2400" dirty="0"/>
            </a:p>
          </p:txBody>
        </p:sp>
        <p:sp>
          <p:nvSpPr>
            <p:cNvPr id="1024009" name="Rectangle 9"/>
            <p:cNvSpPr>
              <a:spLocks noChangeArrowheads="1"/>
            </p:cNvSpPr>
            <p:nvPr/>
          </p:nvSpPr>
          <p:spPr bwMode="auto">
            <a:xfrm>
              <a:off x="838" y="2568"/>
              <a:ext cx="499" cy="272"/>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anchor="ctr"/>
            <a:lstStyle/>
            <a:p>
              <a:pPr algn="ctr">
                <a:defRPr/>
              </a:pPr>
              <a:r>
                <a:rPr lang="en-US" sz="2400" dirty="0"/>
                <a:t>cell</a:t>
              </a:r>
              <a:endParaRPr lang="bg-BG" sz="2400" dirty="0"/>
            </a:p>
          </p:txBody>
        </p:sp>
        <p:sp>
          <p:nvSpPr>
            <p:cNvPr id="1024010" name="Rectangle 10"/>
            <p:cNvSpPr>
              <a:spLocks noChangeArrowheads="1"/>
            </p:cNvSpPr>
            <p:nvPr/>
          </p:nvSpPr>
          <p:spPr bwMode="auto">
            <a:xfrm>
              <a:off x="1746" y="2568"/>
              <a:ext cx="499" cy="272"/>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anchor="ctr"/>
            <a:lstStyle/>
            <a:p>
              <a:pPr algn="ctr">
                <a:defRPr/>
              </a:pPr>
              <a:r>
                <a:rPr lang="en-US" sz="2400"/>
                <a:t>cell</a:t>
              </a:r>
              <a:endParaRPr lang="bg-BG" sz="2400"/>
            </a:p>
          </p:txBody>
        </p:sp>
        <p:sp>
          <p:nvSpPr>
            <p:cNvPr id="1024011" name="Line 11"/>
            <p:cNvSpPr>
              <a:spLocks noChangeShapeType="1"/>
            </p:cNvSpPr>
            <p:nvPr/>
          </p:nvSpPr>
          <p:spPr bwMode="auto">
            <a:xfrm>
              <a:off x="1336" y="2069"/>
              <a:ext cx="410" cy="0"/>
            </a:xfrm>
            <a:prstGeom prst="line">
              <a:avLst/>
            </a:prstGeom>
            <a:noFill/>
            <a:ln w="25400">
              <a:solidFill>
                <a:schemeClr val="tx1"/>
              </a:solidFill>
              <a:round/>
              <a:headEnd type="arrow" w="lg" len="med"/>
              <a:tailEnd type="arrow" w="lg" len="med"/>
            </a:ln>
            <a:effectLst/>
          </p:spPr>
          <p:txBody>
            <a:bodyPr anchor="ctr"/>
            <a:lstStyle/>
            <a:p>
              <a:pPr>
                <a:defRPr/>
              </a:pPr>
              <a:endParaRPr lang="en-US"/>
            </a:p>
          </p:txBody>
        </p:sp>
        <p:sp>
          <p:nvSpPr>
            <p:cNvPr id="1024014" name="Line 14"/>
            <p:cNvSpPr>
              <a:spLocks noChangeShapeType="1"/>
            </p:cNvSpPr>
            <p:nvPr/>
          </p:nvSpPr>
          <p:spPr bwMode="auto">
            <a:xfrm flipH="1">
              <a:off x="1988" y="2197"/>
              <a:ext cx="0" cy="371"/>
            </a:xfrm>
            <a:prstGeom prst="line">
              <a:avLst/>
            </a:prstGeom>
            <a:noFill/>
            <a:ln w="25400">
              <a:solidFill>
                <a:schemeClr val="tx1"/>
              </a:solidFill>
              <a:round/>
              <a:headEnd type="arrow" w="lg" len="med"/>
              <a:tailEnd type="arrow" w="lg" len="med"/>
            </a:ln>
            <a:effectLst/>
          </p:spPr>
          <p:txBody>
            <a:bodyPr anchor="ctr"/>
            <a:lstStyle/>
            <a:p>
              <a:pPr>
                <a:defRPr/>
              </a:pPr>
              <a:endParaRPr lang="en-US"/>
            </a:p>
          </p:txBody>
        </p:sp>
        <p:sp>
          <p:nvSpPr>
            <p:cNvPr id="1024029" name="Line 29"/>
            <p:cNvSpPr>
              <a:spLocks noChangeShapeType="1"/>
            </p:cNvSpPr>
            <p:nvPr/>
          </p:nvSpPr>
          <p:spPr bwMode="auto">
            <a:xfrm>
              <a:off x="1337" y="2704"/>
              <a:ext cx="410" cy="0"/>
            </a:xfrm>
            <a:prstGeom prst="line">
              <a:avLst/>
            </a:prstGeom>
            <a:noFill/>
            <a:ln w="25400">
              <a:solidFill>
                <a:schemeClr val="tx1"/>
              </a:solidFill>
              <a:round/>
              <a:headEnd type="arrow" w="lg" len="med"/>
              <a:tailEnd type="arrow" w="lg" len="med"/>
            </a:ln>
            <a:effectLst/>
          </p:spPr>
          <p:txBody>
            <a:bodyPr anchor="ctr"/>
            <a:lstStyle/>
            <a:p>
              <a:pPr>
                <a:defRPr/>
              </a:pPr>
              <a:endParaRPr lang="en-US"/>
            </a:p>
          </p:txBody>
        </p:sp>
        <p:sp>
          <p:nvSpPr>
            <p:cNvPr id="1024030" name="Line 30"/>
            <p:cNvSpPr>
              <a:spLocks noChangeShapeType="1"/>
            </p:cNvSpPr>
            <p:nvPr/>
          </p:nvSpPr>
          <p:spPr bwMode="auto">
            <a:xfrm flipH="1">
              <a:off x="1087" y="2197"/>
              <a:ext cx="0" cy="371"/>
            </a:xfrm>
            <a:prstGeom prst="line">
              <a:avLst/>
            </a:prstGeom>
            <a:noFill/>
            <a:ln w="25400">
              <a:solidFill>
                <a:schemeClr val="tx1"/>
              </a:solidFill>
              <a:round/>
              <a:headEnd type="arrow" w="lg" len="med"/>
              <a:tailEnd type="arrow" w="lg" len="med"/>
            </a:ln>
            <a:effectLst/>
          </p:spPr>
          <p:txBody>
            <a:bodyPr anchor="ctr"/>
            <a:lstStyle/>
            <a:p>
              <a:pPr>
                <a:defRPr/>
              </a:pPr>
              <a:endParaRPr lang="en-US"/>
            </a:p>
          </p:txBody>
        </p:sp>
      </p:grpSp>
      <p:grpSp>
        <p:nvGrpSpPr>
          <p:cNvPr id="3" name="Group 51"/>
          <p:cNvGrpSpPr>
            <a:grpSpLocks/>
          </p:cNvGrpSpPr>
          <p:nvPr/>
        </p:nvGrpSpPr>
        <p:grpSpPr bwMode="auto">
          <a:xfrm>
            <a:off x="6716715" y="2819400"/>
            <a:ext cx="2563813" cy="1887538"/>
            <a:chOff x="3325" y="1688"/>
            <a:chExt cx="1615" cy="1189"/>
          </a:xfrm>
          <a:effectLst/>
        </p:grpSpPr>
        <p:sp>
          <p:nvSpPr>
            <p:cNvPr id="1024025" name="Rectangle 25"/>
            <p:cNvSpPr>
              <a:spLocks noChangeArrowheads="1"/>
            </p:cNvSpPr>
            <p:nvPr/>
          </p:nvSpPr>
          <p:spPr bwMode="auto">
            <a:xfrm>
              <a:off x="3325" y="1688"/>
              <a:ext cx="799" cy="599"/>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lIns="360000" tIns="288000" rIns="360000" bIns="288000" anchor="ctr">
              <a:spAutoFit/>
            </a:bodyPr>
            <a:lstStyle/>
            <a:p>
              <a:pPr algn="ctr">
                <a:defRPr/>
              </a:pPr>
              <a:r>
                <a:rPr lang="en-US" sz="2400" dirty="0"/>
                <a:t>cell</a:t>
              </a:r>
              <a:endParaRPr lang="bg-BG" sz="2400" dirty="0"/>
            </a:p>
          </p:txBody>
        </p:sp>
        <p:sp>
          <p:nvSpPr>
            <p:cNvPr id="1024031" name="Line 31"/>
            <p:cNvSpPr>
              <a:spLocks noChangeShapeType="1"/>
            </p:cNvSpPr>
            <p:nvPr/>
          </p:nvSpPr>
          <p:spPr bwMode="auto">
            <a:xfrm flipH="1">
              <a:off x="3718" y="205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33" name="Line 33"/>
            <p:cNvSpPr>
              <a:spLocks noChangeShapeType="1"/>
            </p:cNvSpPr>
            <p:nvPr/>
          </p:nvSpPr>
          <p:spPr bwMode="auto">
            <a:xfrm>
              <a:off x="3345" y="199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34" name="Line 34"/>
            <p:cNvSpPr>
              <a:spLocks noChangeShapeType="1"/>
            </p:cNvSpPr>
            <p:nvPr/>
          </p:nvSpPr>
          <p:spPr bwMode="auto">
            <a:xfrm>
              <a:off x="3884" y="199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35" name="Line 35"/>
            <p:cNvSpPr>
              <a:spLocks noChangeShapeType="1"/>
            </p:cNvSpPr>
            <p:nvPr/>
          </p:nvSpPr>
          <p:spPr bwMode="auto">
            <a:xfrm flipH="1">
              <a:off x="3718" y="171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36" name="Rectangle 36"/>
            <p:cNvSpPr>
              <a:spLocks noChangeArrowheads="1"/>
            </p:cNvSpPr>
            <p:nvPr/>
          </p:nvSpPr>
          <p:spPr bwMode="auto">
            <a:xfrm>
              <a:off x="3325" y="2278"/>
              <a:ext cx="799" cy="599"/>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lIns="360000" tIns="288000" rIns="360000" bIns="288000" anchor="ctr">
              <a:spAutoFit/>
            </a:bodyPr>
            <a:lstStyle/>
            <a:p>
              <a:pPr algn="ctr">
                <a:defRPr/>
              </a:pPr>
              <a:r>
                <a:rPr lang="en-US" sz="2400" dirty="0"/>
                <a:t>cell</a:t>
              </a:r>
              <a:endParaRPr lang="bg-BG" sz="2400" dirty="0"/>
            </a:p>
          </p:txBody>
        </p:sp>
        <p:sp>
          <p:nvSpPr>
            <p:cNvPr id="1024037" name="Line 37"/>
            <p:cNvSpPr>
              <a:spLocks noChangeShapeType="1"/>
            </p:cNvSpPr>
            <p:nvPr/>
          </p:nvSpPr>
          <p:spPr bwMode="auto">
            <a:xfrm flipH="1">
              <a:off x="3718" y="264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38" name="Line 38"/>
            <p:cNvSpPr>
              <a:spLocks noChangeShapeType="1"/>
            </p:cNvSpPr>
            <p:nvPr/>
          </p:nvSpPr>
          <p:spPr bwMode="auto">
            <a:xfrm>
              <a:off x="3345" y="258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39" name="Line 39"/>
            <p:cNvSpPr>
              <a:spLocks noChangeShapeType="1"/>
            </p:cNvSpPr>
            <p:nvPr/>
          </p:nvSpPr>
          <p:spPr bwMode="auto">
            <a:xfrm>
              <a:off x="3884" y="258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0" name="Line 40"/>
            <p:cNvSpPr>
              <a:spLocks noChangeShapeType="1"/>
            </p:cNvSpPr>
            <p:nvPr/>
          </p:nvSpPr>
          <p:spPr bwMode="auto">
            <a:xfrm flipH="1">
              <a:off x="3718" y="230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1" name="Rectangle 41"/>
            <p:cNvSpPr>
              <a:spLocks noChangeArrowheads="1"/>
            </p:cNvSpPr>
            <p:nvPr/>
          </p:nvSpPr>
          <p:spPr bwMode="auto">
            <a:xfrm>
              <a:off x="4141" y="1688"/>
              <a:ext cx="799" cy="599"/>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lIns="360000" tIns="288000" rIns="360000" bIns="288000" anchor="ctr">
              <a:spAutoFit/>
            </a:bodyPr>
            <a:lstStyle/>
            <a:p>
              <a:pPr algn="ctr">
                <a:defRPr/>
              </a:pPr>
              <a:r>
                <a:rPr lang="en-US" sz="2400"/>
                <a:t>cell</a:t>
              </a:r>
              <a:endParaRPr lang="bg-BG" sz="2400"/>
            </a:p>
          </p:txBody>
        </p:sp>
        <p:sp>
          <p:nvSpPr>
            <p:cNvPr id="1024042" name="Line 42"/>
            <p:cNvSpPr>
              <a:spLocks noChangeShapeType="1"/>
            </p:cNvSpPr>
            <p:nvPr/>
          </p:nvSpPr>
          <p:spPr bwMode="auto">
            <a:xfrm flipH="1">
              <a:off x="4534" y="205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3" name="Line 43"/>
            <p:cNvSpPr>
              <a:spLocks noChangeShapeType="1"/>
            </p:cNvSpPr>
            <p:nvPr/>
          </p:nvSpPr>
          <p:spPr bwMode="auto">
            <a:xfrm>
              <a:off x="4161" y="199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4" name="Line 44"/>
            <p:cNvSpPr>
              <a:spLocks noChangeShapeType="1"/>
            </p:cNvSpPr>
            <p:nvPr/>
          </p:nvSpPr>
          <p:spPr bwMode="auto">
            <a:xfrm>
              <a:off x="4700" y="199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5" name="Line 45"/>
            <p:cNvSpPr>
              <a:spLocks noChangeShapeType="1"/>
            </p:cNvSpPr>
            <p:nvPr/>
          </p:nvSpPr>
          <p:spPr bwMode="auto">
            <a:xfrm flipH="1">
              <a:off x="4534" y="171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6" name="Rectangle 46"/>
            <p:cNvSpPr>
              <a:spLocks noChangeArrowheads="1"/>
            </p:cNvSpPr>
            <p:nvPr/>
          </p:nvSpPr>
          <p:spPr bwMode="auto">
            <a:xfrm>
              <a:off x="4141" y="2278"/>
              <a:ext cx="799" cy="599"/>
            </a:xfrm>
            <a:prstGeom prst="rect">
              <a:avLst/>
            </a:prstGeom>
            <a:solidFill>
              <a:schemeClr val="accent5">
                <a:lumMod val="75000"/>
                <a:alpha val="30000"/>
              </a:schemeClr>
            </a:solidFill>
            <a:ln w="9525" algn="ctr">
              <a:solidFill>
                <a:schemeClr val="accent5">
                  <a:lumMod val="20000"/>
                  <a:lumOff val="80000"/>
                </a:schemeClr>
              </a:solidFill>
              <a:miter lim="800000"/>
              <a:headEnd/>
              <a:tailEnd/>
            </a:ln>
            <a:effectLst/>
          </p:spPr>
          <p:txBody>
            <a:bodyPr wrap="none" lIns="360000" tIns="288000" rIns="360000" bIns="288000" anchor="ctr">
              <a:spAutoFit/>
            </a:bodyPr>
            <a:lstStyle/>
            <a:p>
              <a:pPr algn="ctr">
                <a:defRPr/>
              </a:pPr>
              <a:r>
                <a:rPr lang="en-US" sz="2400"/>
                <a:t>cell</a:t>
              </a:r>
              <a:endParaRPr lang="bg-BG" sz="2400"/>
            </a:p>
          </p:txBody>
        </p:sp>
        <p:sp>
          <p:nvSpPr>
            <p:cNvPr id="1024047" name="Line 47"/>
            <p:cNvSpPr>
              <a:spLocks noChangeShapeType="1"/>
            </p:cNvSpPr>
            <p:nvPr/>
          </p:nvSpPr>
          <p:spPr bwMode="auto">
            <a:xfrm flipH="1">
              <a:off x="4534" y="264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8" name="Line 48"/>
            <p:cNvSpPr>
              <a:spLocks noChangeShapeType="1"/>
            </p:cNvSpPr>
            <p:nvPr/>
          </p:nvSpPr>
          <p:spPr bwMode="auto">
            <a:xfrm>
              <a:off x="4161" y="258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49" name="Line 49"/>
            <p:cNvSpPr>
              <a:spLocks noChangeShapeType="1"/>
            </p:cNvSpPr>
            <p:nvPr/>
          </p:nvSpPr>
          <p:spPr bwMode="auto">
            <a:xfrm>
              <a:off x="4700" y="258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sp>
          <p:nvSpPr>
            <p:cNvPr id="1024050" name="Line 50"/>
            <p:cNvSpPr>
              <a:spLocks noChangeShapeType="1"/>
            </p:cNvSpPr>
            <p:nvPr/>
          </p:nvSpPr>
          <p:spPr bwMode="auto">
            <a:xfrm flipH="1">
              <a:off x="4534" y="230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a:p>
          </p:txBody>
        </p:sp>
      </p:grpSp>
      <p:sp>
        <p:nvSpPr>
          <p:cNvPr id="4" name="Footer Placeholder 3"/>
          <p:cNvSpPr>
            <a:spLocks noGrp="1"/>
          </p:cNvSpPr>
          <p:nvPr>
            <p:ph type="ftr" sz="quarter" idx="11"/>
          </p:nvPr>
        </p:nvSpPr>
        <p:spPr>
          <a:xfrm>
            <a:off x="3469201" y="6467370"/>
            <a:ext cx="5716488" cy="365125"/>
          </a:xfrm>
        </p:spPr>
        <p:txBody>
          <a:bodyPr/>
          <a:lstStyle/>
          <a:p>
            <a:r>
              <a:rPr lang="en-US" dirty="0">
                <a:solidFill>
                  <a:schemeClr val="tx1"/>
                </a:solidFill>
              </a:rPr>
              <a:t>Department of Computer Science, COMSATS University Islamabad, Attock Campus</a:t>
            </a:r>
          </a:p>
        </p:txBody>
      </p:sp>
      <p:sp>
        <p:nvSpPr>
          <p:cNvPr id="6" name="Slide Number Placeholder 5"/>
          <p:cNvSpPr>
            <a:spLocks noGrp="1"/>
          </p:cNvSpPr>
          <p:nvPr>
            <p:ph type="sldNum" sz="quarter" idx="12"/>
          </p:nvPr>
        </p:nvSpPr>
        <p:spPr/>
        <p:txBody>
          <a:bodyPr/>
          <a:lstStyle/>
          <a:p>
            <a:fld id="{EA01E00C-350D-493E-B140-69306DC35D1C}" type="slidenum">
              <a:rPr lang="en-US" smtClean="0"/>
              <a:t>45</a:t>
            </a:fld>
            <a:endParaRPr lang="en-US"/>
          </a:p>
        </p:txBody>
      </p:sp>
    </p:spTree>
    <p:extLst>
      <p:ext uri="{BB962C8B-B14F-4D97-AF65-F5344CB8AC3E}">
        <p14:creationId xmlns:p14="http://schemas.microsoft.com/office/powerpoint/2010/main" val="1540652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84900" y="1447800"/>
            <a:ext cx="5181600" cy="1447796"/>
          </a:xfrm>
        </p:spPr>
        <p:txBody>
          <a:bodyPr>
            <a:normAutofit fontScale="90000"/>
          </a:bodyPr>
          <a:lstStyle/>
          <a:p>
            <a:r>
              <a:rPr lang="en-US" dirty="0"/>
              <a:t>Row and Column </a:t>
            </a:r>
            <a:br>
              <a:rPr lang="en-US" dirty="0"/>
            </a:br>
            <a:r>
              <a:rPr lang="en-US" dirty="0"/>
              <a:t>Spans</a:t>
            </a:r>
          </a:p>
        </p:txBody>
      </p:sp>
      <p:sp>
        <p:nvSpPr>
          <p:cNvPr id="3" name="Subtitle 2"/>
          <p:cNvSpPr>
            <a:spLocks noGrp="1"/>
          </p:cNvSpPr>
          <p:nvPr>
            <p:ph type="subTitle" idx="1"/>
          </p:nvPr>
        </p:nvSpPr>
        <p:spPr>
          <a:xfrm>
            <a:off x="5418300" y="3091980"/>
            <a:ext cx="4114800" cy="870420"/>
          </a:xfrm>
        </p:spPr>
        <p:txBody>
          <a:bodyPr/>
          <a:lstStyle/>
          <a:p>
            <a:r>
              <a:rPr lang="en-US" dirty="0"/>
              <a:t>How to Make a Two-Cells Column or Row?</a:t>
            </a:r>
          </a:p>
        </p:txBody>
      </p:sp>
      <p:pic>
        <p:nvPicPr>
          <p:cNvPr id="8194" name="Picture 2" descr="document, excel, spreadsheet, table icon"/>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819400" y="3884448"/>
            <a:ext cx="1991050" cy="1991050"/>
          </a:xfrm>
          <a:prstGeom prst="rect">
            <a:avLst/>
          </a:prstGeom>
          <a:noFill/>
          <a:effectLst>
            <a:glow rad="101600">
              <a:schemeClr val="accent5">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8196" name="Picture 4" descr="chronological review, clock, table, time icon"/>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14827" y="1143000"/>
            <a:ext cx="1600196" cy="160019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8198" name="Picture 6" descr="black board, learn, school, table, teach, tutorials icon"/>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408900" y="4343398"/>
            <a:ext cx="1991048" cy="1991050"/>
          </a:xfrm>
          <a:prstGeom prst="rect">
            <a:avLst/>
          </a:prstGeom>
          <a:noFill/>
          <a:effectLst>
            <a:glow rad="101600">
              <a:schemeClr val="accent5">
                <a:satMod val="175000"/>
                <a:alpha val="40000"/>
              </a:schemeClr>
            </a:glow>
          </a:effectLst>
          <a:extLst>
            <a:ext uri="{909E8E84-426E-40DD-AFC4-6F175D3DCCD1}">
              <a14:hiddenFill xmlns:a14="http://schemas.microsoft.com/office/drawing/2010/main">
                <a:solidFill>
                  <a:srgbClr val="FFFFFF"/>
                </a:solidFill>
              </a14:hiddenFill>
            </a:ext>
          </a:extLst>
        </p:spPr>
      </p:pic>
      <p:sp>
        <p:nvSpPr>
          <p:cNvPr id="4" name="Footer Placeholder 3"/>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46</a:t>
            </a:fld>
            <a:endParaRPr lang="en-US" dirty="0"/>
          </a:p>
        </p:txBody>
      </p:sp>
    </p:spTree>
    <p:extLst>
      <p:ext uri="{BB962C8B-B14F-4D97-AF65-F5344CB8AC3E}">
        <p14:creationId xmlns:p14="http://schemas.microsoft.com/office/powerpoint/2010/main" val="2156929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3"/>
          <p:cNvSpPr txBox="1">
            <a:spLocks noChangeArrowheads="1"/>
          </p:cNvSpPr>
          <p:nvPr/>
        </p:nvSpPr>
        <p:spPr>
          <a:xfrm>
            <a:off x="6858000" y="1676400"/>
            <a:ext cx="3810000" cy="4876800"/>
          </a:xfrm>
          <a:prstGeom prst="rect">
            <a:avLst/>
          </a:prstGeom>
        </p:spPr>
        <p:txBody>
          <a:bodyPr/>
          <a:lstStyle/>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r>
              <a:rPr lang="en-US" sz="2400" noProof="1">
                <a:latin typeface="Consolas" pitchFamily="49" charset="0"/>
                <a:cs typeface="Consolas" pitchFamily="49" charset="0"/>
              </a:rPr>
              <a:t>rowspan</a:t>
            </a: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r>
              <a:rPr lang="en-US" sz="2400" dirty="0"/>
              <a:t>Defines how many rows the cell occupies</a:t>
            </a:r>
          </a:p>
        </p:txBody>
      </p:sp>
      <p:sp>
        <p:nvSpPr>
          <p:cNvPr id="18" name="Rectangle 3"/>
          <p:cNvSpPr txBox="1">
            <a:spLocks noChangeArrowheads="1"/>
          </p:cNvSpPr>
          <p:nvPr/>
        </p:nvSpPr>
        <p:spPr>
          <a:xfrm>
            <a:off x="1981200" y="1676401"/>
            <a:ext cx="4739595" cy="4459409"/>
          </a:xfrm>
          <a:prstGeom prst="rect">
            <a:avLst/>
          </a:prstGeom>
        </p:spPr>
        <p:txBody>
          <a:bodyPr/>
          <a:lstStyle/>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r>
              <a:rPr lang="en-US" sz="2400" noProof="1">
                <a:effectLst>
                  <a:outerShdw blurRad="38100" dist="38100" dir="2700000" algn="tl">
                    <a:srgbClr val="000000">
                      <a:alpha val="43137"/>
                    </a:srgbClr>
                  </a:outerShdw>
                </a:effectLst>
                <a:latin typeface="Consolas" pitchFamily="49" charset="0"/>
                <a:cs typeface="Consolas" pitchFamily="49" charset="0"/>
              </a:rPr>
              <a:t>colspan</a:t>
            </a: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endParaRPr lang="en-US" sz="2400"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itchFamily="18" charset="2"/>
              <a:buChar char=""/>
              <a:tabLst>
                <a:tab pos="282575" algn="l"/>
              </a:tabLst>
              <a:defRPr/>
            </a:pPr>
            <a:r>
              <a:rPr lang="en-US" sz="2400" dirty="0">
                <a:effectLst>
                  <a:outerShdw blurRad="38100" dist="38100" dir="2700000" algn="tl">
                    <a:srgbClr val="000000">
                      <a:alpha val="43137"/>
                    </a:srgbClr>
                  </a:outerShdw>
                </a:effectLst>
              </a:rPr>
              <a:t>Defines how many columns the cell occupies</a:t>
            </a:r>
          </a:p>
        </p:txBody>
      </p:sp>
      <p:sp>
        <p:nvSpPr>
          <p:cNvPr id="1036292" name="Rectangle 4"/>
          <p:cNvSpPr>
            <a:spLocks noGrp="1" noChangeArrowheads="1"/>
          </p:cNvSpPr>
          <p:nvPr>
            <p:ph type="title"/>
          </p:nvPr>
        </p:nvSpPr>
        <p:spPr/>
        <p:txBody>
          <a:bodyPr/>
          <a:lstStyle/>
          <a:p>
            <a:pPr>
              <a:defRPr/>
            </a:pPr>
            <a:r>
              <a:rPr lang="en-US">
                <a:solidFill>
                  <a:schemeClr val="tx1"/>
                </a:solidFill>
              </a:rPr>
              <a:t>Column and Row Span</a:t>
            </a:r>
          </a:p>
        </p:txBody>
      </p:sp>
      <p:sp>
        <p:nvSpPr>
          <p:cNvPr id="1036293" name="Rectangle 5"/>
          <p:cNvSpPr>
            <a:spLocks noGrp="1" noChangeArrowheads="1"/>
          </p:cNvSpPr>
          <p:nvPr>
            <p:ph idx="1"/>
          </p:nvPr>
        </p:nvSpPr>
        <p:spPr>
          <a:xfrm>
            <a:off x="1781175" y="1338580"/>
            <a:ext cx="8686800" cy="609600"/>
          </a:xfrm>
        </p:spPr>
        <p:txBody>
          <a:bodyPr/>
          <a:lstStyle/>
          <a:p>
            <a:pPr>
              <a:lnSpc>
                <a:spcPct val="90000"/>
              </a:lnSpc>
              <a:defRPr/>
            </a:pPr>
            <a:r>
              <a:rPr lang="en-US" dirty="0">
                <a:solidFill>
                  <a:schemeClr val="tx1"/>
                </a:solidFill>
              </a:rPr>
              <a:t>Cells have two attributes related to merging</a:t>
            </a:r>
          </a:p>
        </p:txBody>
      </p:sp>
      <p:sp>
        <p:nvSpPr>
          <p:cNvPr id="1036304" name="Rectangle 16"/>
          <p:cNvSpPr>
            <a:spLocks noChangeArrowheads="1"/>
          </p:cNvSpPr>
          <p:nvPr/>
        </p:nvSpPr>
        <p:spPr bwMode="auto">
          <a:xfrm>
            <a:off x="2514600" y="3056167"/>
            <a:ext cx="1447801" cy="956773"/>
          </a:xfrm>
          <a:prstGeom prst="rect">
            <a:avLst/>
          </a:prstGeom>
          <a:solidFill>
            <a:schemeClr val="bg1">
              <a:alpha val="30000"/>
            </a:schemeClr>
          </a:solidFill>
          <a:ln w="19050" algn="ctr">
            <a:solidFill>
              <a:schemeClr val="accent5">
                <a:lumMod val="20000"/>
                <a:lumOff val="80000"/>
              </a:schemeClr>
            </a:solidFill>
            <a:miter lim="800000"/>
            <a:headEnd/>
            <a:tailEnd/>
          </a:ln>
          <a:effectLst/>
        </p:spPr>
        <p:txBody>
          <a:bodyPr wrap="square" lIns="180000" tIns="108000" rIns="180000" bIns="108000" anchor="ctr">
            <a:spAutoFit/>
          </a:bodyPr>
          <a:lstStyle/>
          <a:p>
            <a:pPr algn="ctr">
              <a:defRPr/>
            </a:pPr>
            <a:r>
              <a:rPr lang="en-US" sz="2400" dirty="0">
                <a:effectLst>
                  <a:outerShdw blurRad="38100" dist="38100" dir="2700000" algn="tl">
                    <a:srgbClr val="000000">
                      <a:alpha val="43137"/>
                    </a:srgbClr>
                  </a:outerShdw>
                </a:effectLst>
              </a:rPr>
              <a:t>cell[1,1]</a:t>
            </a:r>
            <a:endParaRPr lang="bg-BG" sz="2400" dirty="0">
              <a:effectLst>
                <a:outerShdw blurRad="38100" dist="38100" dir="2700000" algn="tl">
                  <a:srgbClr val="000000">
                    <a:alpha val="43137"/>
                  </a:srgbClr>
                </a:outerShdw>
              </a:effectLst>
            </a:endParaRPr>
          </a:p>
        </p:txBody>
      </p:sp>
      <p:sp>
        <p:nvSpPr>
          <p:cNvPr id="1036324" name="Rectangle 36"/>
          <p:cNvSpPr>
            <a:spLocks noChangeArrowheads="1"/>
          </p:cNvSpPr>
          <p:nvPr/>
        </p:nvSpPr>
        <p:spPr bwMode="auto">
          <a:xfrm>
            <a:off x="4062918" y="3056167"/>
            <a:ext cx="1499682" cy="956773"/>
          </a:xfrm>
          <a:prstGeom prst="rect">
            <a:avLst/>
          </a:prstGeom>
          <a:solidFill>
            <a:schemeClr val="bg1">
              <a:alpha val="30000"/>
            </a:schemeClr>
          </a:solidFill>
          <a:ln w="19050" algn="ctr">
            <a:solidFill>
              <a:schemeClr val="accent5">
                <a:lumMod val="20000"/>
                <a:lumOff val="80000"/>
              </a:schemeClr>
            </a:solidFill>
            <a:miter lim="800000"/>
            <a:headEnd/>
            <a:tailEnd/>
          </a:ln>
          <a:effectLst/>
        </p:spPr>
        <p:txBody>
          <a:bodyPr wrap="square" lIns="180000" tIns="108000" rIns="180000" bIns="108000" anchor="ctr">
            <a:spAutoFit/>
          </a:bodyPr>
          <a:lstStyle/>
          <a:p>
            <a:pPr algn="ctr">
              <a:defRPr/>
            </a:pPr>
            <a:r>
              <a:rPr lang="en-US" sz="2400">
                <a:effectLst>
                  <a:outerShdw blurRad="38100" dist="38100" dir="2700000" algn="tl">
                    <a:srgbClr val="000000">
                      <a:alpha val="43137"/>
                    </a:srgbClr>
                  </a:outerShdw>
                </a:effectLst>
              </a:rPr>
              <a:t>cell[1,2]</a:t>
            </a:r>
            <a:endParaRPr lang="bg-BG" sz="2400">
              <a:effectLst>
                <a:outerShdw blurRad="38100" dist="38100" dir="2700000" algn="tl">
                  <a:srgbClr val="000000">
                    <a:alpha val="43137"/>
                  </a:srgbClr>
                </a:outerShdw>
              </a:effectLst>
            </a:endParaRPr>
          </a:p>
        </p:txBody>
      </p:sp>
      <p:sp>
        <p:nvSpPr>
          <p:cNvPr id="1036325" name="Rectangle 37"/>
          <p:cNvSpPr>
            <a:spLocks noChangeArrowheads="1"/>
          </p:cNvSpPr>
          <p:nvPr/>
        </p:nvSpPr>
        <p:spPr bwMode="auto">
          <a:xfrm>
            <a:off x="2514600" y="3908360"/>
            <a:ext cx="3048000" cy="587441"/>
          </a:xfrm>
          <a:prstGeom prst="rect">
            <a:avLst/>
          </a:prstGeom>
          <a:solidFill>
            <a:schemeClr val="bg1">
              <a:alpha val="30000"/>
            </a:schemeClr>
          </a:solidFill>
          <a:ln w="19050" algn="ctr">
            <a:solidFill>
              <a:schemeClr val="accent5">
                <a:lumMod val="20000"/>
                <a:lumOff val="80000"/>
              </a:schemeClr>
            </a:solidFill>
            <a:miter lim="800000"/>
            <a:headEnd/>
            <a:tailEnd/>
          </a:ln>
          <a:effectLst/>
        </p:spPr>
        <p:txBody>
          <a:bodyPr wrap="square" lIns="180000" tIns="108000" rIns="180000" bIns="108000" anchor="ctr">
            <a:spAutoFit/>
          </a:bodyPr>
          <a:lstStyle/>
          <a:p>
            <a:pPr algn="ctr">
              <a:defRPr/>
            </a:pPr>
            <a:r>
              <a:rPr lang="en-US" sz="2400" dirty="0">
                <a:effectLst>
                  <a:outerShdw blurRad="38100" dist="38100" dir="2700000" algn="tl">
                    <a:srgbClr val="000000">
                      <a:alpha val="43137"/>
                    </a:srgbClr>
                  </a:outerShdw>
                </a:effectLst>
              </a:rPr>
              <a:t>cell[2,1]</a:t>
            </a:r>
            <a:endParaRPr lang="bg-BG" sz="2400" dirty="0">
              <a:effectLst>
                <a:outerShdw blurRad="38100" dist="38100" dir="2700000" algn="tl">
                  <a:srgbClr val="000000">
                    <a:alpha val="43137"/>
                  </a:srgbClr>
                </a:outerShdw>
              </a:effectLst>
            </a:endParaRPr>
          </a:p>
        </p:txBody>
      </p:sp>
      <p:sp>
        <p:nvSpPr>
          <p:cNvPr id="1036326" name="AutoShape 38"/>
          <p:cNvSpPr>
            <a:spLocks noChangeArrowheads="1"/>
          </p:cNvSpPr>
          <p:nvPr/>
        </p:nvSpPr>
        <p:spPr bwMode="auto">
          <a:xfrm>
            <a:off x="4038601" y="2119091"/>
            <a:ext cx="1871663" cy="953453"/>
          </a:xfrm>
          <a:prstGeom prst="wedgeRoundRectCallout">
            <a:avLst>
              <a:gd name="adj1" fmla="val -40841"/>
              <a:gd name="adj2" fmla="val 115569"/>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noProof="1">
                <a:effectLst>
                  <a:outerShdw blurRad="38100" dist="38100" dir="2700000" algn="tl">
                    <a:srgbClr val="000000">
                      <a:alpha val="43137"/>
                    </a:srgbClr>
                  </a:outerShdw>
                </a:effectLst>
                <a:cs typeface="Consolas" pitchFamily="49" charset="0"/>
              </a:rPr>
              <a:t>colspan="1"</a:t>
            </a:r>
          </a:p>
        </p:txBody>
      </p:sp>
      <p:sp>
        <p:nvSpPr>
          <p:cNvPr id="1036327" name="AutoShape 39"/>
          <p:cNvSpPr>
            <a:spLocks noChangeArrowheads="1"/>
          </p:cNvSpPr>
          <p:nvPr/>
        </p:nvSpPr>
        <p:spPr bwMode="auto">
          <a:xfrm>
            <a:off x="1900514" y="1712885"/>
            <a:ext cx="1871663" cy="953453"/>
          </a:xfrm>
          <a:prstGeom prst="wedgeRoundRectCallout">
            <a:avLst>
              <a:gd name="adj1" fmla="val 36866"/>
              <a:gd name="adj2" fmla="val 107897"/>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noProof="1">
                <a:effectLst>
                  <a:outerShdw blurRad="38100" dist="38100" dir="2700000" algn="tl">
                    <a:srgbClr val="000000">
                      <a:alpha val="43137"/>
                    </a:srgbClr>
                  </a:outerShdw>
                </a:effectLst>
                <a:cs typeface="Consolas" pitchFamily="49" charset="0"/>
              </a:rPr>
              <a:t>colspan="1"</a:t>
            </a:r>
          </a:p>
        </p:txBody>
      </p:sp>
      <p:sp>
        <p:nvSpPr>
          <p:cNvPr id="1036328" name="AutoShape 40"/>
          <p:cNvSpPr>
            <a:spLocks noChangeArrowheads="1"/>
          </p:cNvSpPr>
          <p:nvPr/>
        </p:nvSpPr>
        <p:spPr bwMode="auto">
          <a:xfrm>
            <a:off x="5065486" y="4068303"/>
            <a:ext cx="1679626" cy="953453"/>
          </a:xfrm>
          <a:prstGeom prst="wedgeRoundRectCallout">
            <a:avLst>
              <a:gd name="adj1" fmla="val -79718"/>
              <a:gd name="adj2" fmla="val -31872"/>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noProof="1">
                <a:effectLst>
                  <a:outerShdw blurRad="38100" dist="38100" dir="2700000" algn="tl">
                    <a:srgbClr val="000000">
                      <a:alpha val="43137"/>
                    </a:srgbClr>
                  </a:outerShdw>
                </a:effectLst>
                <a:cs typeface="Consolas" pitchFamily="49" charset="0"/>
              </a:rPr>
              <a:t>colspan="2"</a:t>
            </a:r>
          </a:p>
        </p:txBody>
      </p:sp>
      <p:sp>
        <p:nvSpPr>
          <p:cNvPr id="1036329" name="Rectangle 41"/>
          <p:cNvSpPr>
            <a:spLocks noChangeArrowheads="1"/>
          </p:cNvSpPr>
          <p:nvPr/>
        </p:nvSpPr>
        <p:spPr bwMode="auto">
          <a:xfrm>
            <a:off x="6815138" y="3200400"/>
            <a:ext cx="1503362" cy="1295400"/>
          </a:xfrm>
          <a:prstGeom prst="rect">
            <a:avLst/>
          </a:prstGeom>
          <a:solidFill>
            <a:schemeClr val="bg1">
              <a:alpha val="30000"/>
            </a:schemeClr>
          </a:solidFill>
          <a:ln w="19050" algn="ctr">
            <a:solidFill>
              <a:schemeClr val="accent5">
                <a:lumMod val="20000"/>
                <a:lumOff val="80000"/>
              </a:schemeClr>
            </a:solidFill>
            <a:miter lim="800000"/>
            <a:headEnd/>
            <a:tailEnd/>
          </a:ln>
          <a:effectLst/>
        </p:spPr>
        <p:txBody>
          <a:bodyPr wrap="none" lIns="180000" tIns="108000" rIns="180000" bIns="108000" anchor="ctr"/>
          <a:lstStyle/>
          <a:p>
            <a:pPr algn="ctr">
              <a:defRPr/>
            </a:pPr>
            <a:r>
              <a:rPr lang="en-US" sz="2400">
                <a:effectLst>
                  <a:outerShdw blurRad="38100" dist="38100" dir="2700000" algn="tl">
                    <a:srgbClr val="000000">
                      <a:alpha val="43137"/>
                    </a:srgbClr>
                  </a:outerShdw>
                </a:effectLst>
              </a:rPr>
              <a:t>cell[1,1]</a:t>
            </a:r>
            <a:endParaRPr lang="bg-BG" sz="2400">
              <a:effectLst>
                <a:outerShdw blurRad="38100" dist="38100" dir="2700000" algn="tl">
                  <a:srgbClr val="000000">
                    <a:alpha val="43137"/>
                  </a:srgbClr>
                </a:outerShdw>
              </a:effectLst>
            </a:endParaRPr>
          </a:p>
        </p:txBody>
      </p:sp>
      <p:sp>
        <p:nvSpPr>
          <p:cNvPr id="1036330" name="Rectangle 42"/>
          <p:cNvSpPr>
            <a:spLocks noChangeArrowheads="1"/>
          </p:cNvSpPr>
          <p:nvPr/>
        </p:nvSpPr>
        <p:spPr bwMode="auto">
          <a:xfrm>
            <a:off x="8441244" y="3015735"/>
            <a:ext cx="1410277" cy="956773"/>
          </a:xfrm>
          <a:prstGeom prst="rect">
            <a:avLst/>
          </a:prstGeom>
          <a:solidFill>
            <a:schemeClr val="bg1">
              <a:alpha val="30000"/>
            </a:schemeClr>
          </a:solidFill>
          <a:ln w="19050" algn="ctr">
            <a:solidFill>
              <a:schemeClr val="accent5">
                <a:lumMod val="20000"/>
                <a:lumOff val="80000"/>
              </a:schemeClr>
            </a:solidFill>
            <a:miter lim="800000"/>
            <a:headEnd/>
            <a:tailEnd/>
          </a:ln>
          <a:effectLst/>
        </p:spPr>
        <p:txBody>
          <a:bodyPr wrap="square" lIns="180000" tIns="108000" rIns="180000" bIns="108000" anchor="ctr">
            <a:spAutoFit/>
          </a:bodyPr>
          <a:lstStyle/>
          <a:p>
            <a:pPr algn="ctr">
              <a:defRPr/>
            </a:pPr>
            <a:r>
              <a:rPr lang="en-US" sz="2400">
                <a:effectLst>
                  <a:outerShdw blurRad="38100" dist="38100" dir="2700000" algn="tl">
                    <a:srgbClr val="000000">
                      <a:alpha val="43137"/>
                    </a:srgbClr>
                  </a:outerShdw>
                </a:effectLst>
              </a:rPr>
              <a:t>cell[1,2]</a:t>
            </a:r>
            <a:endParaRPr lang="bg-BG" sz="2400">
              <a:effectLst>
                <a:outerShdw blurRad="38100" dist="38100" dir="2700000" algn="tl">
                  <a:srgbClr val="000000">
                    <a:alpha val="43137"/>
                  </a:srgbClr>
                </a:outerShdw>
              </a:effectLst>
            </a:endParaRPr>
          </a:p>
        </p:txBody>
      </p:sp>
      <p:sp>
        <p:nvSpPr>
          <p:cNvPr id="1036332" name="Rectangle 44"/>
          <p:cNvSpPr>
            <a:spLocks noChangeArrowheads="1"/>
          </p:cNvSpPr>
          <p:nvPr/>
        </p:nvSpPr>
        <p:spPr bwMode="auto">
          <a:xfrm>
            <a:off x="8441244" y="3712615"/>
            <a:ext cx="1410277" cy="956773"/>
          </a:xfrm>
          <a:prstGeom prst="rect">
            <a:avLst/>
          </a:prstGeom>
          <a:solidFill>
            <a:schemeClr val="bg1">
              <a:alpha val="30000"/>
            </a:schemeClr>
          </a:solidFill>
          <a:ln w="19050" algn="ctr">
            <a:solidFill>
              <a:schemeClr val="accent5">
                <a:lumMod val="20000"/>
                <a:lumOff val="80000"/>
              </a:schemeClr>
            </a:solidFill>
            <a:miter lim="800000"/>
            <a:headEnd/>
            <a:tailEnd/>
          </a:ln>
          <a:effectLst/>
        </p:spPr>
        <p:txBody>
          <a:bodyPr wrap="square" lIns="180000" tIns="108000" rIns="180000" bIns="108000" anchor="ctr">
            <a:spAutoFit/>
          </a:bodyPr>
          <a:lstStyle/>
          <a:p>
            <a:pPr algn="ctr">
              <a:defRPr/>
            </a:pPr>
            <a:r>
              <a:rPr lang="en-US" sz="2400">
                <a:effectLst>
                  <a:outerShdw blurRad="38100" dist="38100" dir="2700000" algn="tl">
                    <a:srgbClr val="000000">
                      <a:alpha val="43137"/>
                    </a:srgbClr>
                  </a:outerShdw>
                </a:effectLst>
              </a:rPr>
              <a:t>cell[2,1]</a:t>
            </a:r>
            <a:endParaRPr lang="bg-BG" sz="2400">
              <a:effectLst>
                <a:outerShdw blurRad="38100" dist="38100" dir="2700000" algn="tl">
                  <a:srgbClr val="000000">
                    <a:alpha val="43137"/>
                  </a:srgbClr>
                </a:outerShdw>
              </a:effectLst>
            </a:endParaRPr>
          </a:p>
        </p:txBody>
      </p:sp>
      <p:sp>
        <p:nvSpPr>
          <p:cNvPr id="1036333" name="AutoShape 45"/>
          <p:cNvSpPr>
            <a:spLocks noChangeArrowheads="1"/>
          </p:cNvSpPr>
          <p:nvPr/>
        </p:nvSpPr>
        <p:spPr bwMode="auto">
          <a:xfrm>
            <a:off x="6403800" y="2160589"/>
            <a:ext cx="1943100" cy="953453"/>
          </a:xfrm>
          <a:prstGeom prst="wedgeRoundRectCallout">
            <a:avLst>
              <a:gd name="adj1" fmla="val 38074"/>
              <a:gd name="adj2" fmla="val 150000"/>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noProof="1">
                <a:effectLst>
                  <a:outerShdw blurRad="38100" dist="38100" dir="2700000" algn="tl">
                    <a:srgbClr val="000000">
                      <a:alpha val="43137"/>
                    </a:srgbClr>
                  </a:outerShdw>
                </a:effectLst>
                <a:cs typeface="Consolas" pitchFamily="49" charset="0"/>
              </a:rPr>
              <a:t>rowspan="2"</a:t>
            </a:r>
          </a:p>
        </p:txBody>
      </p:sp>
      <p:sp>
        <p:nvSpPr>
          <p:cNvPr id="1036334" name="AutoShape 46"/>
          <p:cNvSpPr>
            <a:spLocks noChangeArrowheads="1"/>
          </p:cNvSpPr>
          <p:nvPr/>
        </p:nvSpPr>
        <p:spPr bwMode="auto">
          <a:xfrm>
            <a:off x="9153865" y="1653440"/>
            <a:ext cx="1944688" cy="953453"/>
          </a:xfrm>
          <a:prstGeom prst="wedgeRoundRectCallout">
            <a:avLst>
              <a:gd name="adj1" fmla="val -39389"/>
              <a:gd name="adj2" fmla="val 150736"/>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noProof="1">
                <a:effectLst>
                  <a:outerShdw blurRad="38100" dist="38100" dir="2700000" algn="tl">
                    <a:srgbClr val="000000">
                      <a:alpha val="43137"/>
                    </a:srgbClr>
                  </a:outerShdw>
                </a:effectLst>
                <a:cs typeface="Consolas" pitchFamily="49" charset="0"/>
              </a:rPr>
              <a:t>rowspan="1"</a:t>
            </a:r>
          </a:p>
        </p:txBody>
      </p:sp>
      <p:sp>
        <p:nvSpPr>
          <p:cNvPr id="20" name="AutoShape 46"/>
          <p:cNvSpPr>
            <a:spLocks noChangeArrowheads="1"/>
          </p:cNvSpPr>
          <p:nvPr/>
        </p:nvSpPr>
        <p:spPr bwMode="auto">
          <a:xfrm>
            <a:off x="9628787" y="4215622"/>
            <a:ext cx="1378063" cy="953453"/>
          </a:xfrm>
          <a:prstGeom prst="wedgeRoundRectCallout">
            <a:avLst>
              <a:gd name="adj1" fmla="val -72099"/>
              <a:gd name="adj2" fmla="val -37386"/>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noProof="1">
                <a:effectLst>
                  <a:outerShdw blurRad="38100" dist="38100" dir="2700000" algn="tl">
                    <a:srgbClr val="000000">
                      <a:alpha val="43137"/>
                    </a:srgbClr>
                  </a:outerShdw>
                </a:effectLst>
                <a:cs typeface="Consolas" pitchFamily="49" charset="0"/>
              </a:rPr>
              <a:t>rowspan="1"</a:t>
            </a:r>
          </a:p>
        </p:txBody>
      </p:sp>
      <p:sp>
        <p:nvSpPr>
          <p:cNvPr id="2" name="Footer Placeholder 1"/>
          <p:cNvSpPr>
            <a:spLocks noGrp="1"/>
          </p:cNvSpPr>
          <p:nvPr>
            <p:ph type="ftr" sz="quarter" idx="11"/>
          </p:nvPr>
        </p:nvSpPr>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47</a:t>
            </a:fld>
            <a:endParaRPr lang="en-US"/>
          </a:p>
        </p:txBody>
      </p:sp>
    </p:spTree>
    <p:extLst>
      <p:ext uri="{BB962C8B-B14F-4D97-AF65-F5344CB8AC3E}">
        <p14:creationId xmlns:p14="http://schemas.microsoft.com/office/powerpoint/2010/main" val="342248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63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63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63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363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63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326" grpId="0" animBg="1"/>
      <p:bldP spid="1036327" grpId="0" animBg="1"/>
      <p:bldP spid="1036328" grpId="0" animBg="1"/>
      <p:bldP spid="1036333" grpId="0" animBg="1"/>
      <p:bldP spid="1036334" grpId="0" animBg="1"/>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a:xfrm>
            <a:off x="3469202" y="624110"/>
            <a:ext cx="7198799" cy="1280890"/>
          </a:xfrm>
        </p:spPr>
        <p:txBody>
          <a:bodyPr/>
          <a:lstStyle/>
          <a:p>
            <a:pPr>
              <a:defRPr/>
            </a:pPr>
            <a:r>
              <a:rPr lang="en-US" dirty="0">
                <a:solidFill>
                  <a:schemeClr val="tx1"/>
                </a:solidFill>
              </a:rPr>
              <a:t>Column and Row Span</a:t>
            </a:r>
          </a:p>
        </p:txBody>
      </p:sp>
      <p:sp>
        <p:nvSpPr>
          <p:cNvPr id="1038339" name="Rectangle 3"/>
          <p:cNvSpPr>
            <a:spLocks noChangeArrowheads="1"/>
          </p:cNvSpPr>
          <p:nvPr/>
        </p:nvSpPr>
        <p:spPr bwMode="auto">
          <a:xfrm>
            <a:off x="2328128" y="1476255"/>
            <a:ext cx="7993063" cy="440120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&lt;table cellspacing="0"&gt;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 class="1"&gt;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&lt;td&gt;Cell[1,1]&lt;/td&gt;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 colspan="2"&gt;Cell[2,1]&lt;/td&gt;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 class="2"&gt;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&lt;td&gt;Cell[1,2]&lt;/td&gt;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 rowspan="2"&gt;Cell[2,2]&lt;/td&gt;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&lt;td&gt;Cell[3,2]&lt;/td&gt;&lt;/tr&gt;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 class="3"&gt;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&lt;td&gt;Cell[1,3]&lt;/td&gt;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&lt;td&gt;Cell[2,3]&lt;/td&gt;&lt;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/tr&gt;</a:t>
            </a:r>
          </a:p>
          <a:p>
            <a:pPr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&lt;/table&gt;</a:t>
            </a:r>
          </a:p>
        </p:txBody>
      </p:sp>
      <p:sp>
        <p:nvSpPr>
          <p:cNvPr id="1038341" name="Rectangle 5"/>
          <p:cNvSpPr>
            <a:spLocks noChangeArrowheads="1"/>
          </p:cNvSpPr>
          <p:nvPr/>
        </p:nvSpPr>
        <p:spPr bwMode="auto">
          <a:xfrm>
            <a:off x="4141789" y="2327703"/>
            <a:ext cx="184731" cy="830997"/>
          </a:xfrm>
          <a:prstGeom prst="rect">
            <a:avLst/>
          </a:prstGeom>
          <a:noFill/>
          <a:ln w="25400" algn="ctr">
            <a:noFill/>
            <a:miter lim="800000"/>
            <a:headEnd type="none" w="lg" len="med"/>
            <a:tailEnd type="none" w="lg" len="med"/>
          </a:ln>
          <a:effectLst>
            <a:outerShdw dist="17961" dir="2700000" algn="ctr" rotWithShape="0">
              <a:srgbClr val="FFFFFF"/>
            </a:outerShdw>
          </a:effectLst>
        </p:spPr>
        <p:txBody>
          <a:bodyPr wrap="none" anchor="ctr">
            <a:spAutoFit/>
          </a:bodyPr>
          <a:lstStyle/>
          <a:p>
            <a:pPr>
              <a:lnSpc>
                <a:spcPct val="100000"/>
              </a:lnSpc>
              <a:defRPr/>
            </a:pPr>
            <a:r>
              <a:rPr lang="en-US" sz="2400"/>
              <a:t/>
            </a:r>
            <a:br>
              <a:rPr lang="en-US" sz="2400"/>
            </a:br>
            <a:endParaRPr lang="en-US" sz="2400"/>
          </a:p>
        </p:txBody>
      </p:sp>
      <p:sp>
        <p:nvSpPr>
          <p:cNvPr id="2" name="Footer Placeholder 1"/>
          <p:cNvSpPr>
            <a:spLocks noGrp="1"/>
          </p:cNvSpPr>
          <p:nvPr>
            <p:ph type="ftr" sz="quarter" idx="11"/>
          </p:nvPr>
        </p:nvSpPr>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48</a:t>
            </a:fld>
            <a:endParaRPr lang="en-US"/>
          </a:p>
        </p:txBody>
      </p:sp>
    </p:spTree>
    <p:extLst>
      <p:ext uri="{BB962C8B-B14F-4D97-AF65-F5344CB8AC3E}">
        <p14:creationId xmlns:p14="http://schemas.microsoft.com/office/powerpoint/2010/main" val="3724065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p:txBody>
          <a:bodyPr/>
          <a:lstStyle/>
          <a:p>
            <a:pPr>
              <a:defRPr/>
            </a:pPr>
            <a:r>
              <a:rPr lang="en-US" dirty="0">
                <a:solidFill>
                  <a:schemeClr val="tx1"/>
                </a:solidFill>
              </a:rPr>
              <a:t>Column and Row Span</a:t>
            </a:r>
          </a:p>
        </p:txBody>
      </p:sp>
      <p:sp>
        <p:nvSpPr>
          <p:cNvPr id="1038339" name="Rectangle 3"/>
          <p:cNvSpPr>
            <a:spLocks noChangeArrowheads="1"/>
          </p:cNvSpPr>
          <p:nvPr/>
        </p:nvSpPr>
        <p:spPr bwMode="auto">
          <a:xfrm>
            <a:off x="2069244" y="1713578"/>
            <a:ext cx="7993063" cy="440120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&lt;table cellspacing="0"&gt;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 class="1"&gt;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&lt;td&gt;Cell[1,1]&lt;/td&gt;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 colspan="2"&gt;Cell[2,1]&lt;/td&gt;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 class="2"&gt;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&lt;td&gt;Cell[1,2]&lt;/td&gt;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 rowspan="2"&gt;Cell[2,2]&lt;/td&gt;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&lt;td&gt;Cell[3,2]&lt;/td&gt;&lt;/tr&gt;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&lt;tr class="3"&gt;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&lt;td&gt;Cell[1,3]&lt;/td&gt;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	&lt;td&gt;Cell[2,3]&lt;/td&gt;&lt;</a:t>
            </a:r>
          </a:p>
          <a:p>
            <a:pPr lvl="1"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/tr&gt;</a:t>
            </a:r>
          </a:p>
          <a:p>
            <a:pPr eaLnBrk="0" hangingPunct="0">
              <a:lnSpc>
                <a:spcPts val="2400"/>
              </a:lnSpc>
              <a:buClr>
                <a:schemeClr val="accent5">
                  <a:lumMod val="40000"/>
                  <a:lumOff val="60000"/>
                </a:schemeClr>
              </a:buClr>
              <a:buSzPct val="70000"/>
              <a:defRPr/>
            </a:pPr>
            <a:r>
              <a:rPr lang="en-US" sz="2000" noProof="1">
                <a:latin typeface="Consolas" pitchFamily="49" charset="0"/>
                <a:cs typeface="Consolas" pitchFamily="49" charset="0"/>
              </a:rPr>
              <a:t>&lt;/table&gt;</a:t>
            </a:r>
          </a:p>
        </p:txBody>
      </p:sp>
      <p:sp>
        <p:nvSpPr>
          <p:cNvPr id="1038341" name="Rectangle 5"/>
          <p:cNvSpPr>
            <a:spLocks noChangeArrowheads="1"/>
          </p:cNvSpPr>
          <p:nvPr/>
        </p:nvSpPr>
        <p:spPr bwMode="auto">
          <a:xfrm>
            <a:off x="4141789" y="2327703"/>
            <a:ext cx="184731" cy="830997"/>
          </a:xfrm>
          <a:prstGeom prst="rect">
            <a:avLst/>
          </a:prstGeom>
          <a:noFill/>
          <a:ln w="25400" algn="ctr">
            <a:noFill/>
            <a:miter lim="800000"/>
            <a:headEnd type="none" w="lg" len="med"/>
            <a:tailEnd type="none" w="lg" len="med"/>
          </a:ln>
          <a:effectLst>
            <a:outerShdw dist="17961" dir="2700000" algn="ctr" rotWithShape="0">
              <a:srgbClr val="FFFFFF"/>
            </a:outerShdw>
          </a:effectLst>
        </p:spPr>
        <p:txBody>
          <a:bodyPr wrap="none" anchor="ctr">
            <a:spAutoFit/>
          </a:bodyPr>
          <a:lstStyle/>
          <a:p>
            <a:pPr>
              <a:lnSpc>
                <a:spcPct val="100000"/>
              </a:lnSpc>
              <a:defRPr/>
            </a:pPr>
            <a:r>
              <a:rPr lang="en-US" sz="2400"/>
              <a:t/>
            </a:r>
            <a:br>
              <a:rPr lang="en-US" sz="2400"/>
            </a:br>
            <a:endParaRPr lang="en-US" sz="2400"/>
          </a:p>
        </p:txBody>
      </p:sp>
      <p:sp>
        <p:nvSpPr>
          <p:cNvPr id="6" name="Rectangle 6"/>
          <p:cNvSpPr>
            <a:spLocks noChangeArrowheads="1"/>
          </p:cNvSpPr>
          <p:nvPr/>
        </p:nvSpPr>
        <p:spPr bwMode="auto">
          <a:xfrm>
            <a:off x="2021392" y="1143000"/>
            <a:ext cx="5486400" cy="545790"/>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defRPr/>
            </a:pPr>
            <a:r>
              <a:rPr lang="en-US" sz="2600" dirty="0">
                <a:latin typeface="Corbel"/>
              </a:rPr>
              <a:t>table-colspan-rowspan.html</a:t>
            </a:r>
            <a:endParaRPr lang="bg-BG" sz="2600" dirty="0">
              <a:latin typeface="Corbel"/>
            </a:endParaRPr>
          </a:p>
        </p:txBody>
      </p:sp>
      <p:grpSp>
        <p:nvGrpSpPr>
          <p:cNvPr id="8" name="Group 7"/>
          <p:cNvGrpSpPr>
            <a:grpSpLocks/>
          </p:cNvGrpSpPr>
          <p:nvPr/>
        </p:nvGrpSpPr>
        <p:grpSpPr bwMode="auto">
          <a:xfrm>
            <a:off x="4815810" y="4034972"/>
            <a:ext cx="5852191" cy="2079811"/>
            <a:chOff x="1649" y="1987"/>
            <a:chExt cx="2463" cy="864"/>
          </a:xfrm>
        </p:grpSpPr>
        <p:sp>
          <p:nvSpPr>
            <p:cNvPr id="9" name="Rectangle 8"/>
            <p:cNvSpPr>
              <a:spLocks noChangeArrowheads="1"/>
            </p:cNvSpPr>
            <p:nvPr/>
          </p:nvSpPr>
          <p:spPr bwMode="auto">
            <a:xfrm>
              <a:off x="3291" y="2563"/>
              <a:ext cx="821" cy="288"/>
            </a:xfrm>
            <a:prstGeom prst="rect">
              <a:avLst/>
            </a:prstGeom>
            <a:solidFill>
              <a:srgbClr val="CCCCFF"/>
            </a:solidFill>
            <a:ln w="25400" algn="ctr">
              <a:noFill/>
              <a:miter lim="800000"/>
              <a:headEnd type="none" w="lg" len="med"/>
              <a:tailEnd type="none" w="lg" len="med"/>
            </a:ln>
            <a:effectLst/>
          </p:spPr>
          <p:txBody>
            <a:bodyPr anchor="ctr"/>
            <a:lstStyle/>
            <a:p>
              <a:pPr algn="ctr">
                <a:lnSpc>
                  <a:spcPct val="100000"/>
                </a:lnSpc>
                <a:defRPr/>
              </a:pPr>
              <a:r>
                <a:rPr lang="en-US" sz="2400">
                  <a:latin typeface="Consolas" pitchFamily="49" charset="0"/>
                  <a:cs typeface="Consolas" pitchFamily="49" charset="0"/>
                </a:rPr>
                <a:t>Cell[2,3]</a:t>
              </a:r>
            </a:p>
          </p:txBody>
        </p:sp>
        <p:sp>
          <p:nvSpPr>
            <p:cNvPr id="10" name="Rectangle 9"/>
            <p:cNvSpPr>
              <a:spLocks noChangeArrowheads="1"/>
            </p:cNvSpPr>
            <p:nvPr/>
          </p:nvSpPr>
          <p:spPr bwMode="auto">
            <a:xfrm>
              <a:off x="1649" y="2563"/>
              <a:ext cx="821" cy="288"/>
            </a:xfrm>
            <a:prstGeom prst="rect">
              <a:avLst/>
            </a:prstGeom>
            <a:solidFill>
              <a:srgbClr val="CCCCFF"/>
            </a:solidFill>
            <a:ln w="25400" algn="ctr">
              <a:noFill/>
              <a:miter lim="800000"/>
              <a:headEnd type="none" w="lg" len="med"/>
              <a:tailEnd type="none" w="lg" len="med"/>
            </a:ln>
            <a:effectLst/>
          </p:spPr>
          <p:txBody>
            <a:bodyPr anchor="ctr"/>
            <a:lstStyle/>
            <a:p>
              <a:pPr algn="ctr">
                <a:lnSpc>
                  <a:spcPct val="100000"/>
                </a:lnSpc>
                <a:defRPr/>
              </a:pPr>
              <a:r>
                <a:rPr lang="en-US" sz="2400">
                  <a:latin typeface="Consolas" pitchFamily="49" charset="0"/>
                  <a:cs typeface="Consolas" pitchFamily="49" charset="0"/>
                </a:rPr>
                <a:t>Cell[1,3]</a:t>
              </a:r>
            </a:p>
          </p:txBody>
        </p:sp>
        <p:sp>
          <p:nvSpPr>
            <p:cNvPr id="11" name="Rectangle 10"/>
            <p:cNvSpPr>
              <a:spLocks noChangeArrowheads="1"/>
            </p:cNvSpPr>
            <p:nvPr/>
          </p:nvSpPr>
          <p:spPr bwMode="auto">
            <a:xfrm>
              <a:off x="3291" y="2275"/>
              <a:ext cx="821" cy="288"/>
            </a:xfrm>
            <a:prstGeom prst="rect">
              <a:avLst/>
            </a:prstGeom>
            <a:solidFill>
              <a:srgbClr val="FFCC66"/>
            </a:solidFill>
            <a:ln w="25400" algn="ctr">
              <a:noFill/>
              <a:miter lim="800000"/>
              <a:headEnd type="none" w="lg" len="med"/>
              <a:tailEnd type="none" w="lg" len="med"/>
            </a:ln>
            <a:effectLst/>
          </p:spPr>
          <p:txBody>
            <a:bodyPr anchor="ctr"/>
            <a:lstStyle/>
            <a:p>
              <a:pPr algn="ctr">
                <a:lnSpc>
                  <a:spcPct val="100000"/>
                </a:lnSpc>
                <a:defRPr/>
              </a:pPr>
              <a:r>
                <a:rPr lang="en-US" sz="2400" dirty="0">
                  <a:latin typeface="Consolas" pitchFamily="49" charset="0"/>
                  <a:cs typeface="Consolas" pitchFamily="49" charset="0"/>
                </a:rPr>
                <a:t>Cell[3,2]</a:t>
              </a:r>
            </a:p>
          </p:txBody>
        </p:sp>
        <p:sp>
          <p:nvSpPr>
            <p:cNvPr id="12" name="Rectangle 11"/>
            <p:cNvSpPr>
              <a:spLocks noChangeArrowheads="1"/>
            </p:cNvSpPr>
            <p:nvPr/>
          </p:nvSpPr>
          <p:spPr bwMode="auto">
            <a:xfrm>
              <a:off x="2470" y="2275"/>
              <a:ext cx="821" cy="576"/>
            </a:xfrm>
            <a:prstGeom prst="rect">
              <a:avLst/>
            </a:prstGeom>
            <a:solidFill>
              <a:srgbClr val="FFCC66"/>
            </a:solidFill>
            <a:ln w="25400" algn="ctr">
              <a:noFill/>
              <a:miter lim="800000"/>
              <a:headEnd type="none" w="lg" len="med"/>
              <a:tailEnd type="none" w="lg" len="med"/>
            </a:ln>
            <a:effectLst/>
          </p:spPr>
          <p:txBody>
            <a:bodyPr anchor="ctr"/>
            <a:lstStyle/>
            <a:p>
              <a:pPr algn="ctr">
                <a:lnSpc>
                  <a:spcPct val="100000"/>
                </a:lnSpc>
                <a:defRPr/>
              </a:pPr>
              <a:r>
                <a:rPr lang="en-US" sz="2400">
                  <a:latin typeface="Consolas" pitchFamily="49" charset="0"/>
                  <a:cs typeface="Consolas" pitchFamily="49" charset="0"/>
                </a:rPr>
                <a:t>Cell[2,2]</a:t>
              </a:r>
            </a:p>
          </p:txBody>
        </p:sp>
        <p:sp>
          <p:nvSpPr>
            <p:cNvPr id="13" name="Rectangle 12"/>
            <p:cNvSpPr>
              <a:spLocks noChangeArrowheads="1"/>
            </p:cNvSpPr>
            <p:nvPr/>
          </p:nvSpPr>
          <p:spPr bwMode="auto">
            <a:xfrm>
              <a:off x="1649" y="2275"/>
              <a:ext cx="821" cy="288"/>
            </a:xfrm>
            <a:prstGeom prst="rect">
              <a:avLst/>
            </a:prstGeom>
            <a:solidFill>
              <a:srgbClr val="FFCC66"/>
            </a:solidFill>
            <a:ln w="25400" algn="ctr">
              <a:noFill/>
              <a:miter lim="800000"/>
              <a:headEnd type="none" w="lg" len="med"/>
              <a:tailEnd type="none" w="lg" len="med"/>
            </a:ln>
            <a:effectLst/>
          </p:spPr>
          <p:txBody>
            <a:bodyPr anchor="ctr"/>
            <a:lstStyle/>
            <a:p>
              <a:pPr algn="ctr">
                <a:lnSpc>
                  <a:spcPct val="100000"/>
                </a:lnSpc>
                <a:defRPr/>
              </a:pPr>
              <a:r>
                <a:rPr lang="en-US" sz="2400">
                  <a:latin typeface="Consolas" pitchFamily="49" charset="0"/>
                  <a:cs typeface="Consolas" pitchFamily="49" charset="0"/>
                </a:rPr>
                <a:t>Cell[1,2]</a:t>
              </a:r>
            </a:p>
          </p:txBody>
        </p:sp>
        <p:sp>
          <p:nvSpPr>
            <p:cNvPr id="14" name="Rectangle 13"/>
            <p:cNvSpPr>
              <a:spLocks noChangeArrowheads="1"/>
            </p:cNvSpPr>
            <p:nvPr/>
          </p:nvSpPr>
          <p:spPr bwMode="auto">
            <a:xfrm>
              <a:off x="2470" y="1987"/>
              <a:ext cx="1642" cy="288"/>
            </a:xfrm>
            <a:prstGeom prst="rect">
              <a:avLst/>
            </a:prstGeom>
            <a:solidFill>
              <a:srgbClr val="FFFF00"/>
            </a:solidFill>
            <a:ln w="25400" algn="ctr">
              <a:noFill/>
              <a:miter lim="800000"/>
              <a:headEnd type="none" w="lg" len="med"/>
              <a:tailEnd type="none" w="lg" len="med"/>
            </a:ln>
            <a:effectLst/>
          </p:spPr>
          <p:txBody>
            <a:bodyPr anchor="ctr"/>
            <a:lstStyle/>
            <a:p>
              <a:pPr algn="ctr">
                <a:lnSpc>
                  <a:spcPct val="100000"/>
                </a:lnSpc>
                <a:defRPr/>
              </a:pPr>
              <a:r>
                <a:rPr lang="en-US" sz="2400">
                  <a:latin typeface="Consolas" pitchFamily="49" charset="0"/>
                  <a:cs typeface="Consolas" pitchFamily="49" charset="0"/>
                </a:rPr>
                <a:t>Cell[2,1]</a:t>
              </a:r>
            </a:p>
          </p:txBody>
        </p:sp>
        <p:sp>
          <p:nvSpPr>
            <p:cNvPr id="15" name="Rectangle 14"/>
            <p:cNvSpPr>
              <a:spLocks noChangeArrowheads="1"/>
            </p:cNvSpPr>
            <p:nvPr/>
          </p:nvSpPr>
          <p:spPr bwMode="auto">
            <a:xfrm>
              <a:off x="1649" y="1987"/>
              <a:ext cx="821" cy="288"/>
            </a:xfrm>
            <a:prstGeom prst="rect">
              <a:avLst/>
            </a:prstGeom>
            <a:solidFill>
              <a:srgbClr val="FFFF00"/>
            </a:solidFill>
            <a:ln w="25400" algn="ctr">
              <a:noFill/>
              <a:miter lim="800000"/>
              <a:headEnd type="none" w="lg" len="med"/>
              <a:tailEnd type="none" w="lg" len="med"/>
            </a:ln>
            <a:effectLst/>
          </p:spPr>
          <p:txBody>
            <a:bodyPr anchor="ctr"/>
            <a:lstStyle/>
            <a:p>
              <a:pPr algn="ctr">
                <a:lnSpc>
                  <a:spcPct val="100000"/>
                </a:lnSpc>
                <a:defRPr/>
              </a:pPr>
              <a:r>
                <a:rPr lang="en-US" sz="2400" dirty="0">
                  <a:latin typeface="Consolas" pitchFamily="49" charset="0"/>
                  <a:cs typeface="Consolas" pitchFamily="49" charset="0"/>
                </a:rPr>
                <a:t>Cell[1,1]</a:t>
              </a:r>
            </a:p>
          </p:txBody>
        </p:sp>
        <p:sp>
          <p:nvSpPr>
            <p:cNvPr id="16" name="Line 14"/>
            <p:cNvSpPr>
              <a:spLocks noChangeShapeType="1"/>
            </p:cNvSpPr>
            <p:nvPr/>
          </p:nvSpPr>
          <p:spPr bwMode="auto">
            <a:xfrm>
              <a:off x="1649" y="1987"/>
              <a:ext cx="2463" cy="0"/>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p>
          </p:txBody>
        </p:sp>
        <p:sp>
          <p:nvSpPr>
            <p:cNvPr id="17" name="Line 15"/>
            <p:cNvSpPr>
              <a:spLocks noChangeShapeType="1"/>
            </p:cNvSpPr>
            <p:nvPr/>
          </p:nvSpPr>
          <p:spPr bwMode="auto">
            <a:xfrm>
              <a:off x="1649" y="2851"/>
              <a:ext cx="2463" cy="0"/>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p>
          </p:txBody>
        </p:sp>
        <p:sp>
          <p:nvSpPr>
            <p:cNvPr id="18" name="Line 16"/>
            <p:cNvSpPr>
              <a:spLocks noChangeShapeType="1"/>
            </p:cNvSpPr>
            <p:nvPr/>
          </p:nvSpPr>
          <p:spPr bwMode="auto">
            <a:xfrm>
              <a:off x="1649" y="1987"/>
              <a:ext cx="0" cy="864"/>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p>
          </p:txBody>
        </p:sp>
        <p:sp>
          <p:nvSpPr>
            <p:cNvPr id="19" name="Line 17"/>
            <p:cNvSpPr>
              <a:spLocks noChangeShapeType="1"/>
            </p:cNvSpPr>
            <p:nvPr/>
          </p:nvSpPr>
          <p:spPr bwMode="auto">
            <a:xfrm>
              <a:off x="4112" y="1987"/>
              <a:ext cx="0" cy="864"/>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p>
          </p:txBody>
        </p:sp>
        <p:sp>
          <p:nvSpPr>
            <p:cNvPr id="20" name="Line 18"/>
            <p:cNvSpPr>
              <a:spLocks noChangeShapeType="1"/>
            </p:cNvSpPr>
            <p:nvPr/>
          </p:nvSpPr>
          <p:spPr bwMode="auto">
            <a:xfrm>
              <a:off x="1649" y="2275"/>
              <a:ext cx="2463" cy="0"/>
            </a:xfrm>
            <a:prstGeom prst="line">
              <a:avLst/>
            </a:prstGeom>
            <a:noFill/>
            <a:ln w="25400" cap="rnd">
              <a:solidFill>
                <a:srgbClr val="000000"/>
              </a:solidFill>
              <a:round/>
              <a:headEnd type="none" w="lg" len="med"/>
              <a:tailEnd type="none" w="lg" len="med"/>
            </a:ln>
            <a:effectLst/>
          </p:spPr>
          <p:txBody>
            <a:bodyPr anchor="ctr"/>
            <a:lstStyle/>
            <a:p>
              <a:pPr>
                <a:defRPr/>
              </a:pPr>
              <a:endParaRPr lang="en-US"/>
            </a:p>
          </p:txBody>
        </p:sp>
        <p:sp>
          <p:nvSpPr>
            <p:cNvPr id="21" name="Line 19"/>
            <p:cNvSpPr>
              <a:spLocks noChangeShapeType="1"/>
            </p:cNvSpPr>
            <p:nvPr/>
          </p:nvSpPr>
          <p:spPr bwMode="auto">
            <a:xfrm>
              <a:off x="2470" y="1987"/>
              <a:ext cx="0" cy="864"/>
            </a:xfrm>
            <a:prstGeom prst="line">
              <a:avLst/>
            </a:prstGeom>
            <a:noFill/>
            <a:ln w="25400" cap="rnd">
              <a:solidFill>
                <a:srgbClr val="000000"/>
              </a:solidFill>
              <a:round/>
              <a:headEnd type="none" w="lg" len="med"/>
              <a:tailEnd type="none" w="lg" len="med"/>
            </a:ln>
            <a:effectLst/>
          </p:spPr>
          <p:txBody>
            <a:bodyPr anchor="ctr"/>
            <a:lstStyle/>
            <a:p>
              <a:pPr>
                <a:defRPr/>
              </a:pPr>
              <a:endParaRPr lang="en-US"/>
            </a:p>
          </p:txBody>
        </p:sp>
        <p:sp>
          <p:nvSpPr>
            <p:cNvPr id="22" name="Line 20"/>
            <p:cNvSpPr>
              <a:spLocks noChangeShapeType="1"/>
            </p:cNvSpPr>
            <p:nvPr/>
          </p:nvSpPr>
          <p:spPr bwMode="auto">
            <a:xfrm>
              <a:off x="1649" y="2563"/>
              <a:ext cx="821" cy="0"/>
            </a:xfrm>
            <a:prstGeom prst="line">
              <a:avLst/>
            </a:prstGeom>
            <a:noFill/>
            <a:ln w="25400" cap="rnd">
              <a:solidFill>
                <a:srgbClr val="000000"/>
              </a:solidFill>
              <a:round/>
              <a:headEnd type="none" w="lg" len="med"/>
              <a:tailEnd type="none" w="lg" len="med"/>
            </a:ln>
            <a:effectLst/>
          </p:spPr>
          <p:txBody>
            <a:bodyPr anchor="ctr"/>
            <a:lstStyle/>
            <a:p>
              <a:pPr>
                <a:defRPr/>
              </a:pPr>
              <a:endParaRPr lang="en-US"/>
            </a:p>
          </p:txBody>
        </p:sp>
        <p:sp>
          <p:nvSpPr>
            <p:cNvPr id="23" name="Line 21"/>
            <p:cNvSpPr>
              <a:spLocks noChangeShapeType="1"/>
            </p:cNvSpPr>
            <p:nvPr/>
          </p:nvSpPr>
          <p:spPr bwMode="auto">
            <a:xfrm>
              <a:off x="3291" y="2275"/>
              <a:ext cx="0" cy="576"/>
            </a:xfrm>
            <a:prstGeom prst="line">
              <a:avLst/>
            </a:prstGeom>
            <a:noFill/>
            <a:ln w="25400" cap="rnd">
              <a:solidFill>
                <a:srgbClr val="000000"/>
              </a:solidFill>
              <a:round/>
              <a:headEnd type="none" w="lg" len="med"/>
              <a:tailEnd type="none" w="lg" len="med"/>
            </a:ln>
            <a:effectLst/>
          </p:spPr>
          <p:txBody>
            <a:bodyPr anchor="ctr"/>
            <a:lstStyle/>
            <a:p>
              <a:pPr>
                <a:defRPr/>
              </a:pPr>
              <a:endParaRPr lang="en-US"/>
            </a:p>
          </p:txBody>
        </p:sp>
        <p:sp>
          <p:nvSpPr>
            <p:cNvPr id="24" name="Line 22"/>
            <p:cNvSpPr>
              <a:spLocks noChangeShapeType="1"/>
            </p:cNvSpPr>
            <p:nvPr/>
          </p:nvSpPr>
          <p:spPr bwMode="auto">
            <a:xfrm>
              <a:off x="3291" y="2563"/>
              <a:ext cx="821" cy="0"/>
            </a:xfrm>
            <a:prstGeom prst="line">
              <a:avLst/>
            </a:prstGeom>
            <a:noFill/>
            <a:ln w="25400" cap="rnd">
              <a:solidFill>
                <a:srgbClr val="000000"/>
              </a:solidFill>
              <a:round/>
              <a:headEnd type="none" w="lg" len="med"/>
              <a:tailEnd type="none" w="lg" len="med"/>
            </a:ln>
            <a:effectLst/>
          </p:spPr>
          <p:txBody>
            <a:bodyPr anchor="ctr"/>
            <a:lstStyle/>
            <a:p>
              <a:pPr>
                <a:defRPr/>
              </a:pPr>
              <a:endParaRPr lang="en-US"/>
            </a:p>
          </p:txBody>
        </p:sp>
      </p:grpSp>
      <p:sp>
        <p:nvSpPr>
          <p:cNvPr id="2" name="Footer Placeholder 1"/>
          <p:cNvSpPr>
            <a:spLocks noGrp="1"/>
          </p:cNvSpPr>
          <p:nvPr>
            <p:ph type="ftr" sz="quarter" idx="11"/>
          </p:nvPr>
        </p:nvSpPr>
        <p:spPr>
          <a:xfrm>
            <a:off x="3469201" y="6492876"/>
            <a:ext cx="5716488" cy="365125"/>
          </a:xfrm>
        </p:spPr>
        <p:txBody>
          <a:bodyPr/>
          <a:lstStyle/>
          <a:p>
            <a:r>
              <a:rPr lang="en-US" dirty="0">
                <a:solidFill>
                  <a:schemeClr val="tx1"/>
                </a:solidFill>
              </a:rPr>
              <a:t>Department of Computer Science, COMSATS University Islamabad, Attock Campus</a:t>
            </a:r>
          </a:p>
        </p:txBody>
      </p:sp>
      <p:sp>
        <p:nvSpPr>
          <p:cNvPr id="4" name="Slide Number Placeholder 3"/>
          <p:cNvSpPr>
            <a:spLocks noGrp="1"/>
          </p:cNvSpPr>
          <p:nvPr>
            <p:ph type="sldNum" sz="quarter" idx="12"/>
          </p:nvPr>
        </p:nvSpPr>
        <p:spPr/>
        <p:txBody>
          <a:bodyPr/>
          <a:lstStyle/>
          <a:p>
            <a:fld id="{EA01E00C-350D-493E-B140-69306DC35D1C}" type="slidenum">
              <a:rPr lang="en-US" smtClean="0"/>
              <a:t>49</a:t>
            </a:fld>
            <a:endParaRPr lang="en-US"/>
          </a:p>
        </p:txBody>
      </p:sp>
    </p:spTree>
    <p:extLst>
      <p:ext uri="{BB962C8B-B14F-4D97-AF65-F5344CB8AC3E}">
        <p14:creationId xmlns:p14="http://schemas.microsoft.com/office/powerpoint/2010/main" val="240250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8339"/>
                                        </p:tgtEl>
                                        <p:attrNameLst>
                                          <p:attrName>style.visibility</p:attrName>
                                        </p:attrNameLst>
                                      </p:cBhvr>
                                      <p:to>
                                        <p:strVal val="visible"/>
                                      </p:to>
                                    </p:set>
                                    <p:animEffect transition="in" filter="fade">
                                      <p:cBhvr>
                                        <p:cTn id="7" dur="500"/>
                                        <p:tgtEl>
                                          <p:spTgt spid="103833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3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98320" y="726440"/>
            <a:ext cx="10972800" cy="685800"/>
          </a:xfrm>
          <a:prstGeom prst="rect">
            <a:avLst/>
          </a:prstGeom>
          <a:noFill/>
        </p:spPr>
        <p:txBody>
          <a:bodyPr wrap="none">
            <a:spAutoFit/>
          </a:bodyPr>
          <a:lstStyle/>
          <a:p>
            <a:pPr>
              <a:defRPr sz="2800" b="1"/>
            </a:pPr>
            <a:r>
              <a:rPr dirty="0"/>
              <a:t>What is HTML5?</a:t>
            </a:r>
          </a:p>
        </p:txBody>
      </p:sp>
      <p:sp>
        <p:nvSpPr>
          <p:cNvPr id="4" name="TextBox 3"/>
          <p:cNvSpPr txBox="1"/>
          <p:nvPr/>
        </p:nvSpPr>
        <p:spPr>
          <a:xfrm>
            <a:off x="1798320" y="1412240"/>
            <a:ext cx="10698480" cy="5166360"/>
          </a:xfrm>
          <a:prstGeom prst="rect">
            <a:avLst/>
          </a:prstGeom>
          <a:noFill/>
        </p:spPr>
        <p:txBody>
          <a:bodyPr wrap="square">
            <a:spAutoFit/>
          </a:bodyPr>
          <a:lstStyle/>
          <a:p>
            <a:pPr>
              <a:spcAft>
                <a:spcPts val="1000"/>
              </a:spcAft>
              <a:defRPr sz="2000"/>
            </a:pPr>
            <a:r>
              <a:rPr dirty="0"/>
              <a:t>HTML5 is the modern major version of HTML</a:t>
            </a:r>
          </a:p>
          <a:p>
            <a:pPr>
              <a:spcAft>
                <a:spcPts val="1000"/>
              </a:spcAft>
              <a:defRPr sz="2000"/>
            </a:pPr>
            <a:r>
              <a:rPr dirty="0"/>
              <a:t>Introduced richer semantic structure</a:t>
            </a:r>
          </a:p>
          <a:p>
            <a:pPr>
              <a:spcAft>
                <a:spcPts val="1000"/>
              </a:spcAft>
              <a:defRPr sz="2000"/>
            </a:pPr>
            <a:r>
              <a:rPr dirty="0"/>
              <a:t>Added native audio and video</a:t>
            </a:r>
          </a:p>
          <a:p>
            <a:pPr>
              <a:spcAft>
                <a:spcPts val="1000"/>
              </a:spcAft>
              <a:defRPr sz="2000"/>
            </a:pPr>
            <a:r>
              <a:rPr dirty="0"/>
              <a:t>Improved forms and input types</a:t>
            </a:r>
          </a:p>
          <a:p>
            <a:pPr>
              <a:spcAft>
                <a:spcPts val="1000"/>
              </a:spcAft>
              <a:defRPr sz="2000"/>
            </a:pPr>
            <a:r>
              <a:rPr dirty="0"/>
              <a:t>Provides APIs and capabilities for modern web applications</a:t>
            </a:r>
          </a:p>
          <a:p>
            <a:pPr>
              <a:spcAft>
                <a:spcPts val="1000"/>
              </a:spcAft>
              <a:defRPr sz="2000"/>
            </a:pPr>
            <a:r>
              <a:rPr dirty="0"/>
              <a:t>Examples: &lt;header&gt;, &lt;nav&gt;, &lt;main&gt;, &lt;section&gt;, &lt;article&gt;, &lt;aside&gt;, &lt;footer&gt;</a:t>
            </a:r>
          </a:p>
        </p:txBody>
      </p:sp>
      <p:sp>
        <p:nvSpPr>
          <p:cNvPr id="5" name="Footer Placeholder 4">
            <a:extLst>
              <a:ext uri="{FF2B5EF4-FFF2-40B4-BE49-F238E27FC236}">
                <a16:creationId xmlns="" xmlns:a16="http://schemas.microsoft.com/office/drawing/2014/main" id="{ECD97B8E-1F04-15D8-3201-ECC79598D54C}"/>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75B8B128-BC7E-ABA3-368A-C89F8679261D}"/>
              </a:ext>
            </a:extLst>
          </p:cNvPr>
          <p:cNvSpPr>
            <a:spLocks noGrp="1"/>
          </p:cNvSpPr>
          <p:nvPr>
            <p:ph type="sldNum" sz="quarter" idx="12"/>
          </p:nvPr>
        </p:nvSpPr>
        <p:spPr/>
        <p:txBody>
          <a:bodyPr/>
          <a:lstStyle/>
          <a:p>
            <a:fld id="{D57F1E4F-1CFF-5643-939E-02111984F565}" type="slidenum">
              <a:rPr lang="en-US" smtClean="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4200" y="685800"/>
            <a:ext cx="10972800" cy="685800"/>
          </a:xfrm>
          <a:prstGeom prst="rect">
            <a:avLst/>
          </a:prstGeom>
          <a:noFill/>
        </p:spPr>
        <p:txBody>
          <a:bodyPr wrap="none">
            <a:spAutoFit/>
          </a:bodyPr>
          <a:lstStyle/>
          <a:p>
            <a:pPr>
              <a:defRPr sz="2800" b="1"/>
            </a:pPr>
            <a:r>
              <a:rPr dirty="0"/>
              <a:t>HTML5 Semantic Elements</a:t>
            </a:r>
          </a:p>
        </p:txBody>
      </p:sp>
      <p:sp>
        <p:nvSpPr>
          <p:cNvPr id="4" name="TextBox 3"/>
          <p:cNvSpPr txBox="1"/>
          <p:nvPr/>
        </p:nvSpPr>
        <p:spPr>
          <a:xfrm>
            <a:off x="1854200" y="1371600"/>
            <a:ext cx="10698480" cy="5166360"/>
          </a:xfrm>
          <a:prstGeom prst="rect">
            <a:avLst/>
          </a:prstGeom>
          <a:noFill/>
        </p:spPr>
        <p:txBody>
          <a:bodyPr wrap="square">
            <a:spAutoFit/>
          </a:bodyPr>
          <a:lstStyle/>
          <a:p>
            <a:pPr>
              <a:spcAft>
                <a:spcPts val="1000"/>
              </a:spcAft>
              <a:defRPr sz="2000"/>
            </a:pPr>
            <a:r>
              <a:rPr dirty="0"/>
              <a:t>Semantic elements communicate the role/meaning of content</a:t>
            </a:r>
          </a:p>
          <a:p>
            <a:pPr>
              <a:spcAft>
                <a:spcPts val="1000"/>
              </a:spcAft>
              <a:defRPr sz="2000"/>
            </a:pPr>
            <a:r>
              <a:rPr dirty="0"/>
              <a:t>&lt;header&gt; → introductory/header content</a:t>
            </a:r>
          </a:p>
          <a:p>
            <a:pPr>
              <a:spcAft>
                <a:spcPts val="1000"/>
              </a:spcAft>
              <a:defRPr sz="2000"/>
            </a:pPr>
            <a:r>
              <a:rPr dirty="0"/>
              <a:t>&lt;nav&gt; → navigation</a:t>
            </a:r>
          </a:p>
          <a:p>
            <a:pPr>
              <a:spcAft>
                <a:spcPts val="1000"/>
              </a:spcAft>
              <a:defRPr sz="2000"/>
            </a:pPr>
            <a:r>
              <a:rPr dirty="0"/>
              <a:t>&lt;main&gt; → main content</a:t>
            </a:r>
          </a:p>
          <a:p>
            <a:pPr>
              <a:spcAft>
                <a:spcPts val="1000"/>
              </a:spcAft>
              <a:defRPr sz="2000"/>
            </a:pPr>
            <a:r>
              <a:rPr dirty="0"/>
              <a:t>&lt;section&gt; → thematic section</a:t>
            </a:r>
          </a:p>
          <a:p>
            <a:pPr>
              <a:spcAft>
                <a:spcPts val="1000"/>
              </a:spcAft>
              <a:defRPr sz="2000"/>
            </a:pPr>
            <a:r>
              <a:rPr dirty="0"/>
              <a:t>&lt;article&gt; → self-contained content</a:t>
            </a:r>
          </a:p>
          <a:p>
            <a:pPr>
              <a:spcAft>
                <a:spcPts val="1000"/>
              </a:spcAft>
              <a:defRPr sz="2000"/>
            </a:pPr>
            <a:r>
              <a:rPr dirty="0"/>
              <a:t>&lt;aside&gt; → related content</a:t>
            </a:r>
          </a:p>
          <a:p>
            <a:pPr>
              <a:spcAft>
                <a:spcPts val="1000"/>
              </a:spcAft>
              <a:defRPr sz="2000"/>
            </a:pPr>
            <a:r>
              <a:rPr dirty="0"/>
              <a:t>&lt;footer&gt; → footer information</a:t>
            </a:r>
          </a:p>
          <a:p>
            <a:pPr>
              <a:spcAft>
                <a:spcPts val="1000"/>
              </a:spcAft>
              <a:defRPr sz="2000"/>
            </a:pPr>
            <a:r>
              <a:rPr dirty="0"/>
              <a:t>Benefits: accessibility, maintainability and search-engine understanding</a:t>
            </a:r>
          </a:p>
        </p:txBody>
      </p:sp>
      <p:sp>
        <p:nvSpPr>
          <p:cNvPr id="5" name="Footer Placeholder 4">
            <a:extLst>
              <a:ext uri="{FF2B5EF4-FFF2-40B4-BE49-F238E27FC236}">
                <a16:creationId xmlns="" xmlns:a16="http://schemas.microsoft.com/office/drawing/2014/main" id="{FA6C307C-3753-BB37-3EC2-2460F306D569}"/>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6915555D-C5DC-501D-7C71-EBF3966FB466}"/>
              </a:ext>
            </a:extLst>
          </p:cNvPr>
          <p:cNvSpPr>
            <a:spLocks noGrp="1"/>
          </p:cNvSpPr>
          <p:nvPr>
            <p:ph type="sldNum" sz="quarter" idx="12"/>
          </p:nvPr>
        </p:nvSpPr>
        <p:spPr/>
        <p:txBody>
          <a:bodyPr/>
          <a:lstStyle/>
          <a:p>
            <a:fld id="{D57F1E4F-1CFF-5643-939E-02111984F565}" type="slidenum">
              <a:rPr lang="en-US" smtClean="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2C091F-D959-0366-B6D9-0FB30255C640}"/>
              </a:ext>
            </a:extLst>
          </p:cNvPr>
          <p:cNvSpPr>
            <a:spLocks noGrp="1"/>
          </p:cNvSpPr>
          <p:nvPr>
            <p:ph type="title"/>
          </p:nvPr>
        </p:nvSpPr>
        <p:spPr/>
        <p:txBody>
          <a:bodyPr/>
          <a:lstStyle/>
          <a:p>
            <a:r>
              <a:rPr lang="en-US" b="1" dirty="0"/>
              <a:t>Semantic HTML and Accessibility</a:t>
            </a:r>
            <a:br>
              <a:rPr lang="en-US" b="1" dirty="0"/>
            </a:br>
            <a:endParaRPr lang="en-US" dirty="0"/>
          </a:p>
        </p:txBody>
      </p:sp>
      <p:sp>
        <p:nvSpPr>
          <p:cNvPr id="3" name="Footer Placeholder 2">
            <a:extLst>
              <a:ext uri="{FF2B5EF4-FFF2-40B4-BE49-F238E27FC236}">
                <a16:creationId xmlns="" xmlns:a16="http://schemas.microsoft.com/office/drawing/2014/main" id="{92C250FF-EB1E-D2DD-8FD5-1374BB12539F}"/>
              </a:ext>
            </a:extLst>
          </p:cNvPr>
          <p:cNvSpPr>
            <a:spLocks noGrp="1"/>
          </p:cNvSpPr>
          <p:nvPr>
            <p:ph type="ftr" sz="quarter" idx="11"/>
          </p:nvPr>
        </p:nvSpPr>
        <p:spPr/>
        <p:txBody>
          <a:bodyPr/>
          <a:lstStyle/>
          <a:p>
            <a:r>
              <a:rPr lang="en-US">
                <a:solidFill>
                  <a:prstClr val="black">
                    <a:tint val="75000"/>
                  </a:prstClr>
                </a:solidFill>
              </a:rPr>
              <a:t>Artificial Intelligence Lectures Prepared By Faiza Khan</a:t>
            </a:r>
            <a:endParaRPr lang="en-US" dirty="0">
              <a:solidFill>
                <a:prstClr val="black">
                  <a:tint val="75000"/>
                </a:prstClr>
              </a:solidFill>
            </a:endParaRPr>
          </a:p>
        </p:txBody>
      </p:sp>
      <p:sp>
        <p:nvSpPr>
          <p:cNvPr id="4" name="Slide Number Placeholder 3">
            <a:extLst>
              <a:ext uri="{FF2B5EF4-FFF2-40B4-BE49-F238E27FC236}">
                <a16:creationId xmlns="" xmlns:a16="http://schemas.microsoft.com/office/drawing/2014/main" id="{3B53E54F-5688-5A58-BB1D-A01F3387FF07}"/>
              </a:ext>
            </a:extLst>
          </p:cNvPr>
          <p:cNvSpPr>
            <a:spLocks noGrp="1"/>
          </p:cNvSpPr>
          <p:nvPr>
            <p:ph type="sldNum" sz="quarter" idx="12"/>
          </p:nvPr>
        </p:nvSpPr>
        <p:spPr/>
        <p:txBody>
          <a:bodyPr/>
          <a:lstStyle/>
          <a:p>
            <a:fld id="{D57F1E4F-1CFF-5643-939E-02111984F565}" type="slidenum">
              <a:rPr lang="en-US" smtClean="0"/>
              <a:pPr/>
              <a:t>52</a:t>
            </a:fld>
            <a:endParaRPr lang="en-US" dirty="0"/>
          </a:p>
        </p:txBody>
      </p:sp>
      <p:sp>
        <p:nvSpPr>
          <p:cNvPr id="6" name="TextBox 5">
            <a:extLst>
              <a:ext uri="{FF2B5EF4-FFF2-40B4-BE49-F238E27FC236}">
                <a16:creationId xmlns="" xmlns:a16="http://schemas.microsoft.com/office/drawing/2014/main" id="{B6B51DFA-5B85-D8B5-831D-A0EB775799B1}"/>
              </a:ext>
            </a:extLst>
          </p:cNvPr>
          <p:cNvSpPr txBox="1"/>
          <p:nvPr/>
        </p:nvSpPr>
        <p:spPr>
          <a:xfrm>
            <a:off x="2589887" y="1443335"/>
            <a:ext cx="8331200" cy="923330"/>
          </a:xfrm>
          <a:prstGeom prst="rect">
            <a:avLst/>
          </a:prstGeom>
          <a:noFill/>
        </p:spPr>
        <p:txBody>
          <a:bodyPr wrap="square">
            <a:spAutoFit/>
          </a:bodyPr>
          <a:lstStyle/>
          <a:p>
            <a:pPr>
              <a:buNone/>
            </a:pPr>
            <a:r>
              <a:rPr lang="en-US" dirty="0"/>
              <a:t>Accessibility means making websites usable by people with different abilities and assistive technologies.</a:t>
            </a:r>
          </a:p>
          <a:p>
            <a:pPr>
              <a:buNone/>
            </a:pPr>
            <a:r>
              <a:rPr lang="en-US" dirty="0"/>
              <a:t>Semantic HTML helps assistive technologies understand page structure.</a:t>
            </a:r>
          </a:p>
        </p:txBody>
      </p:sp>
      <p:sp>
        <p:nvSpPr>
          <p:cNvPr id="8" name="TextBox 7">
            <a:extLst>
              <a:ext uri="{FF2B5EF4-FFF2-40B4-BE49-F238E27FC236}">
                <a16:creationId xmlns="" xmlns:a16="http://schemas.microsoft.com/office/drawing/2014/main" id="{54A3976F-822C-DBC2-7F36-33A8DF3D68E1}"/>
              </a:ext>
            </a:extLst>
          </p:cNvPr>
          <p:cNvSpPr txBox="1"/>
          <p:nvPr/>
        </p:nvSpPr>
        <p:spPr>
          <a:xfrm>
            <a:off x="2589887" y="2724225"/>
            <a:ext cx="6096000" cy="923330"/>
          </a:xfrm>
          <a:prstGeom prst="rect">
            <a:avLst/>
          </a:prstGeom>
          <a:noFill/>
        </p:spPr>
        <p:txBody>
          <a:bodyPr wrap="square">
            <a:spAutoFit/>
          </a:bodyPr>
          <a:lstStyle/>
          <a:p>
            <a:r>
              <a:rPr lang="en-US" dirty="0"/>
              <a:t>&lt;nav&gt;</a:t>
            </a:r>
          </a:p>
          <a:p>
            <a:r>
              <a:rPr lang="en-US" dirty="0"/>
              <a:t>    ...</a:t>
            </a:r>
          </a:p>
          <a:p>
            <a:r>
              <a:rPr lang="en-US" dirty="0"/>
              <a:t>&lt;/nav&gt;</a:t>
            </a:r>
          </a:p>
        </p:txBody>
      </p:sp>
      <p:sp>
        <p:nvSpPr>
          <p:cNvPr id="10" name="TextBox 9">
            <a:extLst>
              <a:ext uri="{FF2B5EF4-FFF2-40B4-BE49-F238E27FC236}">
                <a16:creationId xmlns="" xmlns:a16="http://schemas.microsoft.com/office/drawing/2014/main" id="{C69E98A2-3EE1-3B5E-245D-D680815D4BF7}"/>
              </a:ext>
            </a:extLst>
          </p:cNvPr>
          <p:cNvSpPr txBox="1"/>
          <p:nvPr/>
        </p:nvSpPr>
        <p:spPr>
          <a:xfrm>
            <a:off x="2591681" y="4005115"/>
            <a:ext cx="6094206" cy="1200329"/>
          </a:xfrm>
          <a:prstGeom prst="rect">
            <a:avLst/>
          </a:prstGeom>
          <a:noFill/>
        </p:spPr>
        <p:txBody>
          <a:bodyPr wrap="square">
            <a:spAutoFit/>
          </a:bodyPr>
          <a:lstStyle/>
          <a:p>
            <a:r>
              <a:rPr lang="en-US" dirty="0"/>
              <a:t>&lt;article&gt;</a:t>
            </a:r>
          </a:p>
          <a:p>
            <a:r>
              <a:rPr lang="en-US" dirty="0"/>
              <a:t>    &lt;h1&gt;Introduction to Artificial Intelligence&lt;/h1&gt;</a:t>
            </a:r>
          </a:p>
          <a:p>
            <a:r>
              <a:rPr lang="en-US" dirty="0"/>
              <a:t>    &lt;p&gt;Artificial intelligence...&lt;/p&gt;</a:t>
            </a:r>
          </a:p>
          <a:p>
            <a:r>
              <a:rPr lang="en-US" dirty="0"/>
              <a:t>&lt;/article&gt;</a:t>
            </a:r>
          </a:p>
        </p:txBody>
      </p:sp>
    </p:spTree>
    <p:extLst>
      <p:ext uri="{BB962C8B-B14F-4D97-AF65-F5344CB8AC3E}">
        <p14:creationId xmlns:p14="http://schemas.microsoft.com/office/powerpoint/2010/main" val="304632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44040" y="695960"/>
            <a:ext cx="10972800" cy="685800"/>
          </a:xfrm>
          <a:prstGeom prst="rect">
            <a:avLst/>
          </a:prstGeom>
          <a:noFill/>
        </p:spPr>
        <p:txBody>
          <a:bodyPr wrap="none">
            <a:spAutoFit/>
          </a:bodyPr>
          <a:lstStyle/>
          <a:p>
            <a:pPr>
              <a:defRPr sz="2800" b="1"/>
            </a:pPr>
            <a:r>
              <a:rPr dirty="0"/>
              <a:t>HTML5 Attributes, Browser Support &amp; Summary</a:t>
            </a:r>
          </a:p>
        </p:txBody>
      </p:sp>
      <p:sp>
        <p:nvSpPr>
          <p:cNvPr id="4" name="TextBox 3"/>
          <p:cNvSpPr txBox="1"/>
          <p:nvPr/>
        </p:nvSpPr>
        <p:spPr>
          <a:xfrm>
            <a:off x="1844040" y="1381760"/>
            <a:ext cx="9870440" cy="3683060"/>
          </a:xfrm>
          <a:prstGeom prst="rect">
            <a:avLst/>
          </a:prstGeom>
          <a:noFill/>
        </p:spPr>
        <p:txBody>
          <a:bodyPr wrap="square">
            <a:spAutoFit/>
          </a:bodyPr>
          <a:lstStyle/>
          <a:p>
            <a:pPr>
              <a:spcAft>
                <a:spcPts val="1000"/>
              </a:spcAft>
              <a:defRPr sz="2000"/>
            </a:pPr>
            <a:r>
              <a:rPr dirty="0"/>
              <a:t>New/useful form attributes and input types include required, placeholder, autofocus, multiple, email, date and number</a:t>
            </a:r>
          </a:p>
          <a:p>
            <a:pPr>
              <a:spcAft>
                <a:spcPts val="1000"/>
              </a:spcAft>
              <a:defRPr sz="2000"/>
            </a:pPr>
            <a:r>
              <a:rPr dirty="0"/>
              <a:t>Modern Chrome, Edge, Firefox and Safari support most commonly used HTML5 features</a:t>
            </a:r>
          </a:p>
          <a:p>
            <a:pPr>
              <a:spcAft>
                <a:spcPts val="1000"/>
              </a:spcAft>
              <a:defRPr sz="2000"/>
            </a:pPr>
            <a:r>
              <a:rPr dirty="0"/>
              <a:t>Support can vary for newer or specialized APIs, so check compatibility when needed</a:t>
            </a:r>
          </a:p>
          <a:p>
            <a:pPr>
              <a:spcAft>
                <a:spcPts val="1000"/>
              </a:spcAft>
              <a:defRPr sz="2000"/>
            </a:pPr>
            <a:r>
              <a:rPr dirty="0"/>
              <a:t>Key idea: HTML provides structure; HTML5 adds semantic, multimedia, form and web-app capabilities</a:t>
            </a:r>
          </a:p>
          <a:p>
            <a:pPr>
              <a:spcAft>
                <a:spcPts val="1000"/>
              </a:spcAft>
              <a:defRPr sz="2000"/>
            </a:pPr>
            <a:r>
              <a:rPr dirty="0"/>
              <a:t>Practical task: create a page with headings, paragraphs, links, image, lists, table, media and a semantic element</a:t>
            </a:r>
          </a:p>
        </p:txBody>
      </p:sp>
      <p:sp>
        <p:nvSpPr>
          <p:cNvPr id="5" name="Footer Placeholder 4">
            <a:extLst>
              <a:ext uri="{FF2B5EF4-FFF2-40B4-BE49-F238E27FC236}">
                <a16:creationId xmlns="" xmlns:a16="http://schemas.microsoft.com/office/drawing/2014/main" id="{74171556-AAD4-2962-27D8-7EF49E8B7FA6}"/>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6" name="Slide Number Placeholder 5">
            <a:extLst>
              <a:ext uri="{FF2B5EF4-FFF2-40B4-BE49-F238E27FC236}">
                <a16:creationId xmlns="" xmlns:a16="http://schemas.microsoft.com/office/drawing/2014/main" id="{C4766C74-D1DF-7395-9596-0E32088989D7}"/>
              </a:ext>
            </a:extLst>
          </p:cNvPr>
          <p:cNvSpPr>
            <a:spLocks noGrp="1"/>
          </p:cNvSpPr>
          <p:nvPr>
            <p:ph type="sldNum" sz="quarter" idx="12"/>
          </p:nvPr>
        </p:nvSpPr>
        <p:spPr/>
        <p:txBody>
          <a:bodyPr/>
          <a:lstStyle/>
          <a:p>
            <a:fld id="{D57F1E4F-1CFF-5643-939E-02111984F565}"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90AE17-A36D-210E-A833-20FE51AF4080}"/>
              </a:ext>
            </a:extLst>
          </p:cNvPr>
          <p:cNvSpPr>
            <a:spLocks noGrp="1"/>
          </p:cNvSpPr>
          <p:nvPr>
            <p:ph type="title"/>
          </p:nvPr>
        </p:nvSpPr>
        <p:spPr/>
        <p:txBody>
          <a:bodyPr/>
          <a:lstStyle/>
          <a:p>
            <a:r>
              <a:rPr lang="en-US" dirty="0"/>
              <a:t>Block Level Elements</a:t>
            </a:r>
          </a:p>
        </p:txBody>
      </p:sp>
      <p:sp>
        <p:nvSpPr>
          <p:cNvPr id="3" name="Content Placeholder 2">
            <a:extLst>
              <a:ext uri="{FF2B5EF4-FFF2-40B4-BE49-F238E27FC236}">
                <a16:creationId xmlns="" xmlns:a16="http://schemas.microsoft.com/office/drawing/2014/main" id="{D9B5811D-6D1A-0A25-0E6C-6A7E188181F9}"/>
              </a:ext>
            </a:extLst>
          </p:cNvPr>
          <p:cNvSpPr>
            <a:spLocks noGrp="1"/>
          </p:cNvSpPr>
          <p:nvPr>
            <p:ph idx="1"/>
          </p:nvPr>
        </p:nvSpPr>
        <p:spPr/>
        <p:txBody>
          <a:bodyPr/>
          <a:lstStyle/>
          <a:p>
            <a:r>
              <a:rPr lang="en-US" dirty="0"/>
              <a:t>A block-level element always starts on a new line, and the browsers automatically add some space (a margin) before and after the element.</a:t>
            </a:r>
          </a:p>
          <a:p>
            <a:r>
              <a:rPr lang="en-US" dirty="0"/>
              <a:t>A block-level element always takes up the full width available (stretches out to the left and right as far as it can).</a:t>
            </a:r>
          </a:p>
          <a:p>
            <a:r>
              <a:rPr lang="en-US" dirty="0"/>
              <a:t>Two commonly used block elements are: &lt;p&gt; and &lt;div&gt;.</a:t>
            </a:r>
          </a:p>
          <a:p>
            <a:endParaRPr lang="en-US" dirty="0"/>
          </a:p>
          <a:p>
            <a:r>
              <a:rPr lang="en-US" dirty="0">
                <a:hlinkClick r:id="rId2"/>
              </a:rPr>
              <a:t>https://www.w3schools.com/html/html_blocks.asp</a:t>
            </a:r>
            <a:r>
              <a:rPr lang="en-US" dirty="0"/>
              <a:t> </a:t>
            </a:r>
          </a:p>
        </p:txBody>
      </p:sp>
      <p:sp>
        <p:nvSpPr>
          <p:cNvPr id="4" name="Footer Placeholder 3">
            <a:extLst>
              <a:ext uri="{FF2B5EF4-FFF2-40B4-BE49-F238E27FC236}">
                <a16:creationId xmlns="" xmlns:a16="http://schemas.microsoft.com/office/drawing/2014/main" id="{1134CD8B-8318-6A5F-23E9-82D34C6C2D9F}"/>
              </a:ext>
            </a:extLst>
          </p:cNvPr>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5" name="Slide Number Placeholder 4">
            <a:extLst>
              <a:ext uri="{FF2B5EF4-FFF2-40B4-BE49-F238E27FC236}">
                <a16:creationId xmlns="" xmlns:a16="http://schemas.microsoft.com/office/drawing/2014/main" id="{F52A8B29-2BC3-5249-5619-3D8194E7D1B1}"/>
              </a:ext>
            </a:extLst>
          </p:cNvPr>
          <p:cNvSpPr>
            <a:spLocks noGrp="1"/>
          </p:cNvSpPr>
          <p:nvPr>
            <p:ph type="sldNum" sz="quarter" idx="12"/>
          </p:nvPr>
        </p:nvSpPr>
        <p:spPr/>
        <p:txBody>
          <a:bodyPr/>
          <a:lstStyle/>
          <a:p>
            <a:fld id="{EA01E00C-350D-493E-B140-69306DC35D1C}" type="slidenum">
              <a:rPr lang="en-US" smtClean="0"/>
              <a:t>54</a:t>
            </a:fld>
            <a:endParaRPr lang="en-US"/>
          </a:p>
        </p:txBody>
      </p:sp>
    </p:spTree>
    <p:extLst>
      <p:ext uri="{BB962C8B-B14F-4D97-AF65-F5344CB8AC3E}">
        <p14:creationId xmlns:p14="http://schemas.microsoft.com/office/powerpoint/2010/main" val="9653309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FEE2A0-0ECD-452D-4D83-7136E7F41923}"/>
              </a:ext>
            </a:extLst>
          </p:cNvPr>
          <p:cNvSpPr>
            <a:spLocks noGrp="1"/>
          </p:cNvSpPr>
          <p:nvPr>
            <p:ph type="title"/>
          </p:nvPr>
        </p:nvSpPr>
        <p:spPr/>
        <p:txBody>
          <a:bodyPr/>
          <a:lstStyle/>
          <a:p>
            <a:r>
              <a:rPr lang="en-US" dirty="0"/>
              <a:t>Inline Elements</a:t>
            </a:r>
          </a:p>
        </p:txBody>
      </p:sp>
      <p:sp>
        <p:nvSpPr>
          <p:cNvPr id="3" name="Content Placeholder 2">
            <a:extLst>
              <a:ext uri="{FF2B5EF4-FFF2-40B4-BE49-F238E27FC236}">
                <a16:creationId xmlns="" xmlns:a16="http://schemas.microsoft.com/office/drawing/2014/main" id="{2523CF8C-3200-88EC-839F-F13F2A72BB3D}"/>
              </a:ext>
            </a:extLst>
          </p:cNvPr>
          <p:cNvSpPr>
            <a:spLocks noGrp="1"/>
          </p:cNvSpPr>
          <p:nvPr>
            <p:ph idx="1"/>
          </p:nvPr>
        </p:nvSpPr>
        <p:spPr/>
        <p:txBody>
          <a:bodyPr/>
          <a:lstStyle/>
          <a:p>
            <a:r>
              <a:rPr lang="en-US" dirty="0"/>
              <a:t>An inline element does not start on a new line.</a:t>
            </a:r>
          </a:p>
          <a:p>
            <a:r>
              <a:rPr lang="en-US" dirty="0"/>
              <a:t>An inline element only takes up as much width as necessary.</a:t>
            </a:r>
          </a:p>
          <a:p>
            <a:r>
              <a:rPr lang="en-US" dirty="0"/>
              <a:t>This is a &lt;span&gt; element inside a paragraph.</a:t>
            </a:r>
          </a:p>
          <a:p>
            <a:endParaRPr lang="en-US" dirty="0"/>
          </a:p>
          <a:p>
            <a:r>
              <a:rPr lang="en-US" dirty="0">
                <a:hlinkClick r:id="rId2"/>
              </a:rPr>
              <a:t>https://www.w3schools.com/html/html_blocks.asp</a:t>
            </a:r>
            <a:r>
              <a:rPr lang="en-US" dirty="0"/>
              <a:t> </a:t>
            </a:r>
          </a:p>
        </p:txBody>
      </p:sp>
      <p:sp>
        <p:nvSpPr>
          <p:cNvPr id="4" name="Footer Placeholder 3">
            <a:extLst>
              <a:ext uri="{FF2B5EF4-FFF2-40B4-BE49-F238E27FC236}">
                <a16:creationId xmlns="" xmlns:a16="http://schemas.microsoft.com/office/drawing/2014/main" id="{81160619-5098-5EE9-8FBD-E1AEA5C0F83E}"/>
              </a:ext>
            </a:extLst>
          </p:cNvPr>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5" name="Slide Number Placeholder 4">
            <a:extLst>
              <a:ext uri="{FF2B5EF4-FFF2-40B4-BE49-F238E27FC236}">
                <a16:creationId xmlns="" xmlns:a16="http://schemas.microsoft.com/office/drawing/2014/main" id="{AFADCEC7-9ADE-8613-7796-2BBA4FE87EFF}"/>
              </a:ext>
            </a:extLst>
          </p:cNvPr>
          <p:cNvSpPr>
            <a:spLocks noGrp="1"/>
          </p:cNvSpPr>
          <p:nvPr>
            <p:ph type="sldNum" sz="quarter" idx="12"/>
          </p:nvPr>
        </p:nvSpPr>
        <p:spPr/>
        <p:txBody>
          <a:bodyPr/>
          <a:lstStyle/>
          <a:p>
            <a:fld id="{EA01E00C-350D-493E-B140-69306DC35D1C}" type="slidenum">
              <a:rPr lang="en-US" smtClean="0"/>
              <a:t>55</a:t>
            </a:fld>
            <a:endParaRPr lang="en-US"/>
          </a:p>
        </p:txBody>
      </p:sp>
    </p:spTree>
    <p:extLst>
      <p:ext uri="{BB962C8B-B14F-4D97-AF65-F5344CB8AC3E}">
        <p14:creationId xmlns:p14="http://schemas.microsoft.com/office/powerpoint/2010/main" val="33698511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a:defRPr/>
            </a:pPr>
            <a:r>
              <a:rPr lang="en-US" dirty="0">
                <a:solidFill>
                  <a:schemeClr val="tx1"/>
                </a:solidFill>
              </a:rPr>
              <a:t>The &lt;div&gt; Tag</a:t>
            </a:r>
          </a:p>
        </p:txBody>
      </p:sp>
      <p:sp>
        <p:nvSpPr>
          <p:cNvPr id="944131" name="Rectangle 3"/>
          <p:cNvSpPr>
            <a:spLocks noGrp="1" noChangeArrowheads="1"/>
          </p:cNvSpPr>
          <p:nvPr>
            <p:ph idx="1"/>
          </p:nvPr>
        </p:nvSpPr>
        <p:spPr>
          <a:xfrm>
            <a:off x="2136776" y="1645637"/>
            <a:ext cx="7921625" cy="3777622"/>
          </a:xfrm>
        </p:spPr>
        <p:txBody>
          <a:bodyPr/>
          <a:lstStyle/>
          <a:p>
            <a:pPr>
              <a:spcBef>
                <a:spcPct val="30000"/>
              </a:spcBef>
              <a:defRPr/>
            </a:pPr>
            <a:r>
              <a:rPr lang="en-US" dirty="0">
                <a:solidFill>
                  <a:schemeClr val="tx1"/>
                </a:solidFill>
                <a:latin typeface="Consolas" pitchFamily="49" charset="0"/>
                <a:cs typeface="Consolas" pitchFamily="49" charset="0"/>
              </a:rPr>
              <a:t>&lt;div&gt;</a:t>
            </a:r>
            <a:r>
              <a:rPr lang="en-US" dirty="0">
                <a:solidFill>
                  <a:schemeClr val="tx1"/>
                </a:solidFill>
              </a:rPr>
              <a:t> creates logical divisions within a page</a:t>
            </a:r>
          </a:p>
          <a:p>
            <a:pPr lvl="1">
              <a:spcBef>
                <a:spcPct val="30000"/>
              </a:spcBef>
              <a:defRPr/>
            </a:pPr>
            <a:r>
              <a:rPr lang="en-US" dirty="0">
                <a:solidFill>
                  <a:schemeClr val="tx1"/>
                </a:solidFill>
              </a:rPr>
              <a:t>Block element</a:t>
            </a:r>
          </a:p>
          <a:p>
            <a:pPr lvl="1">
              <a:spcBef>
                <a:spcPct val="30000"/>
              </a:spcBef>
              <a:defRPr/>
            </a:pPr>
            <a:r>
              <a:rPr lang="en-US" dirty="0">
                <a:solidFill>
                  <a:schemeClr val="tx1"/>
                </a:solidFill>
              </a:rPr>
              <a:t>Used with CSS</a:t>
            </a:r>
          </a:p>
          <a:p>
            <a:pPr>
              <a:spcBef>
                <a:spcPct val="30000"/>
              </a:spcBef>
              <a:defRPr/>
            </a:pPr>
            <a:endParaRPr lang="bg-BG" dirty="0">
              <a:solidFill>
                <a:schemeClr val="tx1"/>
              </a:solidFill>
            </a:endParaRPr>
          </a:p>
          <a:p>
            <a:pPr>
              <a:spcBef>
                <a:spcPct val="30000"/>
              </a:spcBef>
              <a:defRPr/>
            </a:pPr>
            <a:r>
              <a:rPr lang="en-US" dirty="0">
                <a:solidFill>
                  <a:schemeClr val="tx1"/>
                </a:solidFill>
              </a:rPr>
              <a:t>Example:</a:t>
            </a:r>
          </a:p>
        </p:txBody>
      </p:sp>
      <p:sp>
        <p:nvSpPr>
          <p:cNvPr id="944132" name="Rectangle 4"/>
          <p:cNvSpPr>
            <a:spLocks noChangeArrowheads="1"/>
          </p:cNvSpPr>
          <p:nvPr/>
        </p:nvSpPr>
        <p:spPr bwMode="auto">
          <a:xfrm>
            <a:off x="2620207" y="4623040"/>
            <a:ext cx="7847013" cy="160043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200" noProof="1">
                <a:latin typeface="Consolas" pitchFamily="49" charset="0"/>
                <a:cs typeface="Consolas" pitchFamily="49" charset="0"/>
              </a:rPr>
              <a:t>&lt;div style="font-size:24px; color:red"&gt;DIV example&lt;/div&gt;</a:t>
            </a:r>
          </a:p>
          <a:p>
            <a:pPr eaLnBrk="0" hangingPunct="0">
              <a:spcBef>
                <a:spcPts val="1200"/>
              </a:spcBef>
              <a:buClr>
                <a:schemeClr val="accent5">
                  <a:lumMod val="40000"/>
                  <a:lumOff val="60000"/>
                </a:schemeClr>
              </a:buClr>
              <a:buSzPct val="70000"/>
              <a:defRPr/>
            </a:pPr>
            <a:r>
              <a:rPr lang="en-US" sz="2200" noProof="1">
                <a:latin typeface="Consolas" pitchFamily="49" charset="0"/>
                <a:cs typeface="Consolas" pitchFamily="49" charset="0"/>
              </a:rPr>
              <a:t>&lt;p&gt;This one is &lt;span style="color:red; font-weight:bold"&gt;only a test.&lt;/span&gt;&lt;/p&gt;</a:t>
            </a:r>
          </a:p>
        </p:txBody>
      </p:sp>
      <p:pic>
        <p:nvPicPr>
          <p:cNvPr id="73734" name="Picture 6" descr="div-and-span"/>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015200" y="2102884"/>
            <a:ext cx="3968589" cy="24511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56</a:t>
            </a:fld>
            <a:endParaRPr lang="en-US"/>
          </a:p>
        </p:txBody>
      </p:sp>
      <p:sp>
        <p:nvSpPr>
          <p:cNvPr id="3" name="Oval 2">
            <a:extLst>
              <a:ext uri="{FF2B5EF4-FFF2-40B4-BE49-F238E27FC236}">
                <a16:creationId xmlns="" xmlns:a16="http://schemas.microsoft.com/office/drawing/2014/main" id="{A4EC5B3B-6962-13FE-AD6E-4CBF17EA1A5E}"/>
              </a:ext>
            </a:extLst>
          </p:cNvPr>
          <p:cNvSpPr/>
          <p:nvPr/>
        </p:nvSpPr>
        <p:spPr>
          <a:xfrm>
            <a:off x="-232763" y="4816080"/>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37413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a:defRPr/>
            </a:pPr>
            <a:r>
              <a:rPr lang="en-US" dirty="0">
                <a:solidFill>
                  <a:schemeClr val="tx1"/>
                </a:solidFill>
              </a:rPr>
              <a:t>The &lt;span&gt; Tag</a:t>
            </a:r>
          </a:p>
        </p:txBody>
      </p:sp>
      <p:sp>
        <p:nvSpPr>
          <p:cNvPr id="946179" name="Rectangle 3"/>
          <p:cNvSpPr>
            <a:spLocks noGrp="1" noChangeArrowheads="1"/>
          </p:cNvSpPr>
          <p:nvPr>
            <p:ph idx="1"/>
          </p:nvPr>
        </p:nvSpPr>
        <p:spPr>
          <a:xfrm>
            <a:off x="1752600" y="1567543"/>
            <a:ext cx="7580086" cy="4800704"/>
          </a:xfrm>
        </p:spPr>
        <p:txBody>
          <a:bodyPr/>
          <a:lstStyle/>
          <a:p>
            <a:pPr>
              <a:defRPr/>
            </a:pPr>
            <a:r>
              <a:rPr lang="en-US" dirty="0">
                <a:solidFill>
                  <a:schemeClr val="tx1"/>
                </a:solidFill>
              </a:rPr>
              <a:t>Inline style element</a:t>
            </a:r>
          </a:p>
          <a:p>
            <a:pPr>
              <a:defRPr/>
            </a:pPr>
            <a:r>
              <a:rPr lang="en-US" dirty="0">
                <a:solidFill>
                  <a:schemeClr val="tx1"/>
                </a:solidFill>
              </a:rPr>
              <a:t>Useful for modifying a specific portion of text </a:t>
            </a:r>
          </a:p>
          <a:p>
            <a:pPr lvl="1">
              <a:defRPr/>
            </a:pPr>
            <a:r>
              <a:rPr lang="en-US" dirty="0">
                <a:solidFill>
                  <a:schemeClr val="tx1"/>
                </a:solidFill>
              </a:rPr>
              <a:t>Don't create a separate area	(paragraph) in the document</a:t>
            </a:r>
          </a:p>
          <a:p>
            <a:pPr>
              <a:defRPr/>
            </a:pPr>
            <a:r>
              <a:rPr lang="en-US" dirty="0">
                <a:solidFill>
                  <a:schemeClr val="tx1"/>
                </a:solidFill>
              </a:rPr>
              <a:t>Mainly used to style parts of a text</a:t>
            </a:r>
          </a:p>
        </p:txBody>
      </p:sp>
      <p:sp>
        <p:nvSpPr>
          <p:cNvPr id="946180" name="Rectangle 4"/>
          <p:cNvSpPr>
            <a:spLocks noChangeArrowheads="1"/>
          </p:cNvSpPr>
          <p:nvPr/>
        </p:nvSpPr>
        <p:spPr bwMode="auto">
          <a:xfrm>
            <a:off x="2035229" y="3167676"/>
            <a:ext cx="8208963" cy="160043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200" noProof="1">
                <a:latin typeface="Consolas" pitchFamily="49" charset="0"/>
                <a:cs typeface="Consolas" pitchFamily="49" charset="0"/>
              </a:rPr>
              <a:t>&lt;p&gt;This one is &lt;span style="color:red; font-weight:bold"&gt;only a test.&lt;/span&gt;&lt;/p&gt;</a:t>
            </a:r>
          </a:p>
          <a:p>
            <a:pPr eaLnBrk="0" hangingPunct="0">
              <a:spcBef>
                <a:spcPts val="1200"/>
              </a:spcBef>
              <a:buClr>
                <a:schemeClr val="accent5">
                  <a:lumMod val="40000"/>
                  <a:lumOff val="60000"/>
                </a:schemeClr>
              </a:buClr>
              <a:buSzPct val="70000"/>
              <a:defRPr/>
            </a:pPr>
            <a:r>
              <a:rPr lang="en-US" sz="2200" noProof="1">
                <a:latin typeface="Consolas" pitchFamily="49" charset="0"/>
                <a:cs typeface="Consolas" pitchFamily="49" charset="0"/>
              </a:rPr>
              <a:t>&lt;p&gt;This one is another &lt;span style="font-size:32px; font-weight:bold"&gt;TEST&lt;/span&gt;.&lt;/p&gt;</a:t>
            </a:r>
          </a:p>
        </p:txBody>
      </p:sp>
      <p:pic>
        <p:nvPicPr>
          <p:cNvPr id="75782" name="Picture 8"/>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8510486" y="4871143"/>
            <a:ext cx="1644401" cy="1495398"/>
          </a:xfrm>
          <a:prstGeom prst="roundRect">
            <a:avLst>
              <a:gd name="adj" fmla="val 4288"/>
            </a:avLst>
          </a:prstGeom>
          <a:solidFill>
            <a:srgbClr val="FFFFFF">
              <a:shade val="85000"/>
            </a:srgbClr>
          </a:solidFill>
          <a:ln>
            <a:noFill/>
          </a:ln>
          <a:effectLst>
            <a:reflection blurRad="12700" stA="38000" endPos="28000" dist="5000" dir="5400000" sy="-100000" algn="bl" rotWithShape="0"/>
          </a:effectLst>
          <a:scene3d>
            <a:camera prst="perspectiveHeroicExtremeLeftFacing"/>
            <a:lightRig rig="threePt" dir="t"/>
          </a:scene3d>
        </p:spPr>
      </p:pic>
      <p:sp>
        <p:nvSpPr>
          <p:cNvPr id="2" name="Footer Placeholder 1"/>
          <p:cNvSpPr>
            <a:spLocks noGrp="1"/>
          </p:cNvSpPr>
          <p:nvPr>
            <p:ph type="ftr" sz="quarter" idx="11"/>
          </p:nvPr>
        </p:nvSpPr>
        <p:spPr>
          <a:xfrm>
            <a:off x="3469201" y="6492876"/>
            <a:ext cx="5716488" cy="365125"/>
          </a:xfrm>
        </p:spPr>
        <p:txBody>
          <a:bodyPr/>
          <a:lstStyle/>
          <a:p>
            <a:r>
              <a:rPr lang="en-US">
                <a:solidFill>
                  <a:schemeClr val="tx1"/>
                </a:solidFill>
              </a:rPr>
              <a:t>Department of Computer Science, COMSATS University Islamabad, Attock Campus</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EA01E00C-350D-493E-B140-69306DC35D1C}" type="slidenum">
              <a:rPr lang="en-US" smtClean="0"/>
              <a:t>57</a:t>
            </a:fld>
            <a:endParaRPr lang="en-US"/>
          </a:p>
        </p:txBody>
      </p:sp>
    </p:spTree>
    <p:extLst>
      <p:ext uri="{BB962C8B-B14F-4D97-AF65-F5344CB8AC3E}">
        <p14:creationId xmlns:p14="http://schemas.microsoft.com/office/powerpoint/2010/main" val="34327416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HTML Forms</a:t>
            </a:r>
          </a:p>
        </p:txBody>
      </p:sp>
      <p:sp>
        <p:nvSpPr>
          <p:cNvPr id="6" name="Subtitle 5"/>
          <p:cNvSpPr>
            <a:spLocks noGrp="1"/>
          </p:cNvSpPr>
          <p:nvPr>
            <p:ph type="subTitle" idx="1"/>
          </p:nvPr>
        </p:nvSpPr>
        <p:spPr/>
        <p:txBody>
          <a:bodyPr/>
          <a:lstStyle/>
          <a:p>
            <a:endParaRPr lang="en-US"/>
          </a:p>
        </p:txBody>
      </p:sp>
      <p:sp>
        <p:nvSpPr>
          <p:cNvPr id="4" name="Footer Placeholder 3"/>
          <p:cNvSpPr>
            <a:spLocks noGrp="1"/>
          </p:cNvSpPr>
          <p:nvPr>
            <p:ph type="ftr" sz="quarter" idx="11"/>
          </p:nvPr>
        </p:nvSpPr>
        <p:spPr/>
        <p:txBody>
          <a:bodyPr/>
          <a:lstStyle/>
          <a:p>
            <a:r>
              <a:rPr lang="en-US"/>
              <a:t>Department of Computer Science, COMSATS University Islamabad, Attock Campus</a:t>
            </a:r>
            <a:endParaRPr lang="en-US" dirty="0"/>
          </a:p>
        </p:txBody>
      </p:sp>
      <p:sp>
        <p:nvSpPr>
          <p:cNvPr id="2" name="Slide Number Placeholder 1">
            <a:extLst>
              <a:ext uri="{FF2B5EF4-FFF2-40B4-BE49-F238E27FC236}">
                <a16:creationId xmlns="" xmlns:a16="http://schemas.microsoft.com/office/drawing/2014/main" id="{675EEB4B-FC59-D2A4-ECA0-0EF5BA299D60}"/>
              </a:ext>
            </a:extLst>
          </p:cNvPr>
          <p:cNvSpPr>
            <a:spLocks noGrp="1"/>
          </p:cNvSpPr>
          <p:nvPr>
            <p:ph type="sldNum" sz="quarter" idx="12"/>
          </p:nvPr>
        </p:nvSpPr>
        <p:spPr/>
        <p:txBody>
          <a:bodyPr/>
          <a:lstStyle/>
          <a:p>
            <a:fld id="{D57F1E4F-1CFF-5643-939E-02111984F565}" type="slidenum">
              <a:rPr lang="en-US" smtClean="0"/>
              <a:pPr/>
              <a:t>58</a:t>
            </a:fld>
            <a:endParaRPr lang="en-US" dirty="0"/>
          </a:p>
        </p:txBody>
      </p:sp>
    </p:spTree>
    <p:extLst>
      <p:ext uri="{BB962C8B-B14F-4D97-AF65-F5344CB8AC3E}">
        <p14:creationId xmlns:p14="http://schemas.microsoft.com/office/powerpoint/2010/main" val="4139967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p:txBody>
          <a:bodyPr/>
          <a:lstStyle/>
          <a:p>
            <a:pPr>
              <a:defRPr/>
            </a:pPr>
            <a:r>
              <a:rPr lang="en-US"/>
              <a:t>HTML Forms</a:t>
            </a:r>
          </a:p>
        </p:txBody>
      </p:sp>
      <p:sp>
        <p:nvSpPr>
          <p:cNvPr id="933891" name="Rectangle 3"/>
          <p:cNvSpPr>
            <a:spLocks noGrp="1" noChangeArrowheads="1"/>
          </p:cNvSpPr>
          <p:nvPr>
            <p:ph idx="1"/>
          </p:nvPr>
        </p:nvSpPr>
        <p:spPr>
          <a:xfrm>
            <a:off x="1942700" y="1883229"/>
            <a:ext cx="8420501" cy="3777622"/>
          </a:xfrm>
        </p:spPr>
        <p:txBody>
          <a:bodyPr>
            <a:normAutofit/>
          </a:bodyPr>
          <a:lstStyle/>
          <a:p>
            <a:pPr>
              <a:spcBef>
                <a:spcPts val="1200"/>
              </a:spcBef>
              <a:defRPr/>
            </a:pPr>
            <a:r>
              <a:rPr lang="en-US" sz="2400" dirty="0"/>
              <a:t>Forms are the primary method for gathering data from site visitors.</a:t>
            </a:r>
          </a:p>
          <a:p>
            <a:pPr>
              <a:spcBef>
                <a:spcPts val="1200"/>
              </a:spcBef>
              <a:defRPr/>
            </a:pPr>
            <a:r>
              <a:rPr lang="en-US" sz="2400" dirty="0"/>
              <a:t>Create a form block with</a:t>
            </a:r>
          </a:p>
          <a:p>
            <a:pPr>
              <a:spcBef>
                <a:spcPts val="1200"/>
              </a:spcBef>
              <a:defRPr/>
            </a:pPr>
            <a:endParaRPr lang="en-US" sz="2400" dirty="0"/>
          </a:p>
          <a:p>
            <a:pPr>
              <a:spcBef>
                <a:spcPts val="1200"/>
              </a:spcBef>
              <a:defRPr/>
            </a:pPr>
            <a:r>
              <a:rPr lang="en-US" sz="2400" dirty="0"/>
              <a:t>Example:</a:t>
            </a:r>
          </a:p>
        </p:txBody>
      </p:sp>
      <p:sp>
        <p:nvSpPr>
          <p:cNvPr id="933892" name="Rectangle 4"/>
          <p:cNvSpPr>
            <a:spLocks noChangeArrowheads="1"/>
          </p:cNvSpPr>
          <p:nvPr/>
        </p:nvSpPr>
        <p:spPr bwMode="auto">
          <a:xfrm>
            <a:off x="2279650" y="3255478"/>
            <a:ext cx="7488238" cy="40011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b="1" noProof="1">
                <a:latin typeface="Consolas" pitchFamily="49" charset="0"/>
                <a:cs typeface="Consolas" pitchFamily="49" charset="0"/>
              </a:rPr>
              <a:t>&lt;form&gt;&lt;/form&gt;</a:t>
            </a:r>
          </a:p>
        </p:txBody>
      </p:sp>
      <p:sp>
        <p:nvSpPr>
          <p:cNvPr id="933893" name="Rectangle 5"/>
          <p:cNvSpPr>
            <a:spLocks noChangeArrowheads="1"/>
          </p:cNvSpPr>
          <p:nvPr/>
        </p:nvSpPr>
        <p:spPr bwMode="auto">
          <a:xfrm>
            <a:off x="2279650" y="4495801"/>
            <a:ext cx="7931150" cy="132343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400" dirty="0"/>
              <a:t>&lt;form id="</a:t>
            </a:r>
            <a:r>
              <a:rPr lang="en-US" sz="2400" dirty="0" err="1"/>
              <a:t>myForm</a:t>
            </a:r>
            <a:r>
              <a:rPr lang="en-US" sz="2400" dirty="0"/>
              <a:t>" method="post" action="path/to/some-</a:t>
            </a:r>
            <a:r>
              <a:rPr lang="en-US" sz="2400" dirty="0" err="1"/>
              <a:t>script.php</a:t>
            </a:r>
            <a:r>
              <a:rPr lang="en-US" sz="2400" dirty="0"/>
              <a:t>" &gt;</a:t>
            </a:r>
          </a:p>
          <a:p>
            <a:pPr eaLnBrk="0" hangingPunct="0">
              <a:lnSpc>
                <a:spcPts val="2400"/>
              </a:lnSpc>
              <a:buClr>
                <a:schemeClr val="accent5">
                  <a:lumMod val="40000"/>
                  <a:lumOff val="60000"/>
                </a:schemeClr>
              </a:buClr>
              <a:buSzPct val="70000"/>
              <a:defRPr/>
            </a:pPr>
            <a:r>
              <a:rPr lang="en-US" sz="2400" dirty="0"/>
              <a:t>	….</a:t>
            </a:r>
          </a:p>
          <a:p>
            <a:pPr eaLnBrk="0" hangingPunct="0">
              <a:lnSpc>
                <a:spcPts val="2400"/>
              </a:lnSpc>
              <a:buClr>
                <a:schemeClr val="accent5">
                  <a:lumMod val="40000"/>
                  <a:lumOff val="60000"/>
                </a:schemeClr>
              </a:buClr>
              <a:buSzPct val="70000"/>
              <a:defRPr/>
            </a:pPr>
            <a:r>
              <a:rPr lang="en-US" sz="2400" dirty="0"/>
              <a:t>&lt;/form&gt;</a:t>
            </a:r>
            <a:endParaRPr lang="en-US" sz="2200" noProof="1">
              <a:latin typeface="Consolas" pitchFamily="49" charset="0"/>
              <a:cs typeface="Consolas" pitchFamily="49" charset="0"/>
            </a:endParaRPr>
          </a:p>
        </p:txBody>
      </p:sp>
      <p:sp>
        <p:nvSpPr>
          <p:cNvPr id="933894" name="AutoShape 6"/>
          <p:cNvSpPr>
            <a:spLocks noChangeArrowheads="1"/>
          </p:cNvSpPr>
          <p:nvPr/>
        </p:nvSpPr>
        <p:spPr bwMode="auto">
          <a:xfrm>
            <a:off x="4285063" y="5819240"/>
            <a:ext cx="6262688" cy="953453"/>
          </a:xfrm>
          <a:prstGeom prst="wedgeRoundRectCallout">
            <a:avLst>
              <a:gd name="adj1" fmla="val -10048"/>
              <a:gd name="adj2" fmla="val -120127"/>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800" b="1" noProof="1">
                <a:solidFill>
                  <a:srgbClr val="F7FFE7"/>
                </a:solidFill>
                <a:effectLst>
                  <a:outerShdw blurRad="38100" dist="38100" dir="2700000" algn="tl">
                    <a:srgbClr val="000000">
                      <a:alpha val="43137"/>
                    </a:srgbClr>
                  </a:outerShdw>
                </a:effectLst>
                <a:cs typeface="Consolas" pitchFamily="49" charset="0"/>
              </a:rPr>
              <a:t>The "action" attribute tells where the form data should be sent</a:t>
            </a:r>
          </a:p>
        </p:txBody>
      </p:sp>
      <p:sp>
        <p:nvSpPr>
          <p:cNvPr id="933895" name="AutoShape 7"/>
          <p:cNvSpPr>
            <a:spLocks noChangeArrowheads="1"/>
          </p:cNvSpPr>
          <p:nvPr/>
        </p:nvSpPr>
        <p:spPr bwMode="auto">
          <a:xfrm>
            <a:off x="6324601" y="2353104"/>
            <a:ext cx="4503659" cy="1804749"/>
          </a:xfrm>
          <a:prstGeom prst="wedgeRoundRectCallout">
            <a:avLst>
              <a:gd name="adj1" fmla="val -54530"/>
              <a:gd name="adj2" fmla="val 73539"/>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600" b="1" noProof="1">
                <a:solidFill>
                  <a:srgbClr val="F7FFE7"/>
                </a:solidFill>
                <a:effectLst>
                  <a:outerShdw blurRad="38100" dist="38100" dir="2700000" algn="tl">
                    <a:srgbClr val="000000">
                      <a:alpha val="43137"/>
                    </a:srgbClr>
                  </a:outerShdw>
                </a:effectLst>
                <a:cs typeface="Consolas" pitchFamily="49" charset="0"/>
              </a:rPr>
              <a:t>The “method" attribute tells how the form data should be sent – via GET or POST request</a:t>
            </a:r>
          </a:p>
        </p:txBody>
      </p:sp>
      <p:sp>
        <p:nvSpPr>
          <p:cNvPr id="2" name="Footer Placeholder 1">
            <a:extLst>
              <a:ext uri="{FF2B5EF4-FFF2-40B4-BE49-F238E27FC236}">
                <a16:creationId xmlns="" xmlns:a16="http://schemas.microsoft.com/office/drawing/2014/main" id="{8BD62917-FF64-51E6-C1A1-B3243CA11BF5}"/>
              </a:ext>
            </a:extLst>
          </p:cNvPr>
          <p:cNvSpPr>
            <a:spLocks noGrp="1"/>
          </p:cNvSpPr>
          <p:nvPr>
            <p:ph type="ftr" sz="quarter" idx="11"/>
          </p:nvPr>
        </p:nvSpPr>
        <p:spPr/>
        <p:txBody>
          <a:bodyPr/>
          <a:lstStyle/>
          <a:p>
            <a:r>
              <a:rPr lang="en-US">
                <a:solidFill>
                  <a:prstClr val="black">
                    <a:tint val="75000"/>
                  </a:prstClr>
                </a:solidFill>
              </a:rPr>
              <a:t>Department of Computer Science, COMSATS University Islamabad, Attock Campus</a:t>
            </a:r>
            <a:endParaRPr lang="en-US" dirty="0">
              <a:solidFill>
                <a:prstClr val="black">
                  <a:tint val="75000"/>
                </a:prstClr>
              </a:solidFill>
            </a:endParaRPr>
          </a:p>
        </p:txBody>
      </p:sp>
      <p:sp>
        <p:nvSpPr>
          <p:cNvPr id="3" name="Slide Number Placeholder 2">
            <a:extLst>
              <a:ext uri="{FF2B5EF4-FFF2-40B4-BE49-F238E27FC236}">
                <a16:creationId xmlns="" xmlns:a16="http://schemas.microsoft.com/office/drawing/2014/main" id="{36451838-A126-8C8A-9BCD-120C0B039D18}"/>
              </a:ext>
            </a:extLst>
          </p:cNvPr>
          <p:cNvSpPr>
            <a:spLocks noGrp="1"/>
          </p:cNvSpPr>
          <p:nvPr>
            <p:ph type="sldNum" sz="quarter" idx="12"/>
          </p:nvPr>
        </p:nvSpPr>
        <p:spPr/>
        <p:txBody>
          <a:bodyPr/>
          <a:lstStyle/>
          <a:p>
            <a:fld id="{EA01E00C-350D-493E-B140-69306DC35D1C}" type="slidenum">
              <a:rPr lang="en-US" smtClean="0"/>
              <a:pPr/>
              <a:t>59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38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38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4" grpId="0" animBg="1"/>
      <p:bldP spid="93389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CFC712-3910-4420-A25B-910FD676B24D}"/>
              </a:ext>
            </a:extLst>
          </p:cNvPr>
          <p:cNvSpPr>
            <a:spLocks noGrp="1"/>
          </p:cNvSpPr>
          <p:nvPr>
            <p:ph type="title"/>
          </p:nvPr>
        </p:nvSpPr>
        <p:spPr/>
        <p:txBody>
          <a:bodyPr/>
          <a:lstStyle/>
          <a:p>
            <a:r>
              <a:rPr lang="en-US" dirty="0"/>
              <a:t>Common Attributes</a:t>
            </a:r>
          </a:p>
        </p:txBody>
      </p:sp>
      <p:sp>
        <p:nvSpPr>
          <p:cNvPr id="4" name="Footer Placeholder 3">
            <a:extLst>
              <a:ext uri="{FF2B5EF4-FFF2-40B4-BE49-F238E27FC236}">
                <a16:creationId xmlns="" xmlns:a16="http://schemas.microsoft.com/office/drawing/2014/main" id="{4C1C86CF-0E30-2FF4-B8EC-533786272F30}"/>
              </a:ext>
            </a:extLst>
          </p:cNvPr>
          <p:cNvSpPr>
            <a:spLocks noGrp="1"/>
          </p:cNvSpPr>
          <p:nvPr>
            <p:ph type="ftr" sz="quarter" idx="11"/>
          </p:nvPr>
        </p:nvSpPr>
        <p:spPr/>
        <p:txBody>
          <a:bodyPr/>
          <a:lstStyle/>
          <a:p>
            <a:r>
              <a:rPr lang="en-US">
                <a:solidFill>
                  <a:prstClr val="black">
                    <a:tint val="75000"/>
                  </a:prstClr>
                </a:solidFill>
              </a:rPr>
              <a:t>Artificial Intelligence Lectures Prepared By Faiza Khan</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0ABC90AF-607B-2517-1128-5677BA571DB4}"/>
              </a:ext>
            </a:extLst>
          </p:cNvPr>
          <p:cNvSpPr>
            <a:spLocks noGrp="1"/>
          </p:cNvSpPr>
          <p:nvPr>
            <p:ph type="sldNum" sz="quarter" idx="12"/>
          </p:nvPr>
        </p:nvSpPr>
        <p:spPr/>
        <p:txBody>
          <a:bodyPr/>
          <a:lstStyle/>
          <a:p>
            <a:fld id="{EA01E00C-350D-493E-B140-69306DC35D1C}" type="slidenum">
              <a:rPr lang="en-US" smtClean="0"/>
              <a:pPr/>
              <a:t>60</a:t>
            </a:fld>
            <a:endParaRPr lang="en-US"/>
          </a:p>
        </p:txBody>
      </p:sp>
      <p:sp>
        <p:nvSpPr>
          <p:cNvPr id="9" name="TextBox 8">
            <a:extLst>
              <a:ext uri="{FF2B5EF4-FFF2-40B4-BE49-F238E27FC236}">
                <a16:creationId xmlns="" xmlns:a16="http://schemas.microsoft.com/office/drawing/2014/main" id="{233A5536-883A-959D-426C-F2C540CA2E69}"/>
              </a:ext>
            </a:extLst>
          </p:cNvPr>
          <p:cNvSpPr txBox="1"/>
          <p:nvPr/>
        </p:nvSpPr>
        <p:spPr>
          <a:xfrm>
            <a:off x="2589887" y="1431090"/>
            <a:ext cx="9367521" cy="1569660"/>
          </a:xfrm>
          <a:prstGeom prst="rect">
            <a:avLst/>
          </a:prstGeom>
          <a:noFill/>
        </p:spPr>
        <p:txBody>
          <a:bodyPr wrap="square">
            <a:spAutoFit/>
          </a:bodyPr>
          <a:lstStyle/>
          <a:p>
            <a:r>
              <a:rPr lang="en-US" sz="1600" dirty="0"/>
              <a:t>Type           	</a:t>
            </a:r>
            <a:r>
              <a:rPr lang="en-US" sz="1600" b="1" dirty="0">
                <a:solidFill>
                  <a:schemeClr val="accent1"/>
                </a:solidFill>
              </a:rPr>
              <a:t>what kind of input field</a:t>
            </a:r>
            <a:r>
              <a:rPr lang="en-US" sz="1600" dirty="0">
                <a:solidFill>
                  <a:schemeClr val="accent1"/>
                </a:solidFill>
              </a:rPr>
              <a:t> it should display.</a:t>
            </a:r>
          </a:p>
          <a:p>
            <a:r>
              <a:rPr lang="en-US" sz="1600" dirty="0"/>
              <a:t>Name         	</a:t>
            </a:r>
            <a:r>
              <a:rPr lang="en-US" sz="1600" dirty="0">
                <a:solidFill>
                  <a:schemeClr val="accent1"/>
                </a:solidFill>
              </a:rPr>
              <a:t>The field's name/key when sending data.</a:t>
            </a:r>
          </a:p>
          <a:p>
            <a:r>
              <a:rPr lang="en-US" sz="1600" dirty="0"/>
              <a:t>Id	     	</a:t>
            </a:r>
            <a:r>
              <a:rPr lang="en-US" sz="1600" dirty="0">
                <a:solidFill>
                  <a:schemeClr val="accent1"/>
                </a:solidFill>
              </a:rPr>
              <a:t>unique </a:t>
            </a:r>
            <a:r>
              <a:rPr lang="en-US" sz="1600" b="1" dirty="0">
                <a:solidFill>
                  <a:schemeClr val="accent1"/>
                </a:solidFill>
              </a:rPr>
              <a:t>identifier for the element on the webpage</a:t>
            </a:r>
            <a:r>
              <a:rPr lang="en-US" sz="1600" dirty="0">
                <a:solidFill>
                  <a:schemeClr val="accent1"/>
                </a:solidFill>
              </a:rPr>
              <a:t>.</a:t>
            </a:r>
          </a:p>
          <a:p>
            <a:r>
              <a:rPr lang="en-US" sz="1600" dirty="0"/>
              <a:t>Value          	</a:t>
            </a:r>
            <a:r>
              <a:rPr lang="en-US" sz="1600" dirty="0">
                <a:solidFill>
                  <a:schemeClr val="accent1"/>
                </a:solidFill>
              </a:rPr>
              <a:t>actual value associated with the input</a:t>
            </a:r>
          </a:p>
          <a:p>
            <a:r>
              <a:rPr lang="en-US" sz="1600" dirty="0"/>
              <a:t>Placeholder   	</a:t>
            </a:r>
            <a:r>
              <a:rPr lang="en-US" sz="1600" dirty="0">
                <a:solidFill>
                  <a:schemeClr val="accent1"/>
                </a:solidFill>
              </a:rPr>
              <a:t>displays a temporary </a:t>
            </a:r>
            <a:r>
              <a:rPr lang="en-US" sz="1600" b="1" dirty="0">
                <a:solidFill>
                  <a:schemeClr val="accent1"/>
                </a:solidFill>
              </a:rPr>
              <a:t>hint/example</a:t>
            </a:r>
            <a:endParaRPr lang="en-US" sz="1600" dirty="0">
              <a:solidFill>
                <a:schemeClr val="accent1"/>
              </a:solidFill>
            </a:endParaRPr>
          </a:p>
          <a:p>
            <a:endParaRPr lang="en-US" sz="1600" dirty="0">
              <a:solidFill>
                <a:schemeClr val="accent1"/>
              </a:solidFill>
            </a:endParaRPr>
          </a:p>
        </p:txBody>
      </p:sp>
      <p:sp>
        <p:nvSpPr>
          <p:cNvPr id="11" name="TextBox 10">
            <a:extLst>
              <a:ext uri="{FF2B5EF4-FFF2-40B4-BE49-F238E27FC236}">
                <a16:creationId xmlns="" xmlns:a16="http://schemas.microsoft.com/office/drawing/2014/main" id="{461BFEA3-43FE-D3BE-7E95-D6D0C91D9925}"/>
              </a:ext>
            </a:extLst>
          </p:cNvPr>
          <p:cNvSpPr txBox="1"/>
          <p:nvPr/>
        </p:nvSpPr>
        <p:spPr>
          <a:xfrm>
            <a:off x="2589887" y="3983505"/>
            <a:ext cx="3506113" cy="1938992"/>
          </a:xfrm>
          <a:prstGeom prst="rect">
            <a:avLst/>
          </a:prstGeom>
          <a:noFill/>
          <a:ln>
            <a:solidFill>
              <a:schemeClr val="accent1"/>
            </a:solidFill>
          </a:ln>
        </p:spPr>
        <p:txBody>
          <a:bodyPr wrap="square">
            <a:spAutoFit/>
          </a:bodyPr>
          <a:lstStyle/>
          <a:p>
            <a:r>
              <a:rPr lang="en-US" sz="1200" dirty="0">
                <a:solidFill>
                  <a:sysClr val="windowText" lastClr="000000"/>
                </a:solidFill>
              </a:rPr>
              <a:t>&lt;label for="username"&gt;Username:&lt;/label&gt;</a:t>
            </a:r>
          </a:p>
          <a:p>
            <a:endParaRPr lang="en-US" sz="1200" dirty="0">
              <a:solidFill>
                <a:sysClr val="windowText" lastClr="000000"/>
              </a:solidFill>
            </a:endParaRPr>
          </a:p>
          <a:p>
            <a:r>
              <a:rPr lang="en-US" sz="1200" dirty="0">
                <a:solidFill>
                  <a:sysClr val="windowText" lastClr="000000"/>
                </a:solidFill>
              </a:rPr>
              <a:t>&lt;input</a:t>
            </a:r>
          </a:p>
          <a:p>
            <a:r>
              <a:rPr lang="en-US" sz="1200" dirty="0">
                <a:solidFill>
                  <a:sysClr val="windowText" lastClr="000000"/>
                </a:solidFill>
              </a:rPr>
              <a:t>    type="text"</a:t>
            </a:r>
          </a:p>
          <a:p>
            <a:r>
              <a:rPr lang="en-US" sz="1200" dirty="0">
                <a:solidFill>
                  <a:sysClr val="windowText" lastClr="000000"/>
                </a:solidFill>
              </a:rPr>
              <a:t>    id="username"</a:t>
            </a:r>
          </a:p>
          <a:p>
            <a:r>
              <a:rPr lang="en-US" sz="1200" dirty="0">
                <a:solidFill>
                  <a:sysClr val="windowText" lastClr="000000"/>
                </a:solidFill>
              </a:rPr>
              <a:t>    name="username"</a:t>
            </a:r>
          </a:p>
          <a:p>
            <a:r>
              <a:rPr lang="en-US" sz="1200" dirty="0">
                <a:solidFill>
                  <a:sysClr val="windowText" lastClr="000000"/>
                </a:solidFill>
              </a:rPr>
              <a:t>    value=""</a:t>
            </a:r>
          </a:p>
          <a:p>
            <a:r>
              <a:rPr lang="en-US" sz="1200" dirty="0">
                <a:solidFill>
                  <a:sysClr val="windowText" lastClr="000000"/>
                </a:solidFill>
              </a:rPr>
              <a:t>    placeholder="Enter username"</a:t>
            </a:r>
          </a:p>
          <a:p>
            <a:r>
              <a:rPr lang="en-US" sz="1200" dirty="0">
                <a:solidFill>
                  <a:sysClr val="windowText" lastClr="000000"/>
                </a:solidFill>
              </a:rPr>
              <a:t>    required</a:t>
            </a:r>
          </a:p>
          <a:p>
            <a:r>
              <a:rPr lang="en-US" sz="1200" dirty="0">
                <a:solidFill>
                  <a:sysClr val="windowText" lastClr="000000"/>
                </a:solidFill>
              </a:rPr>
              <a:t>    pattern="[A-Za-z]{3,}"&gt;</a:t>
            </a:r>
          </a:p>
        </p:txBody>
      </p:sp>
    </p:spTree>
    <p:extLst>
      <p:ext uri="{BB962C8B-B14F-4D97-AF65-F5344CB8AC3E}">
        <p14:creationId xmlns:p14="http://schemas.microsoft.com/office/powerpoint/2010/main" val="17335458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1887E5-3C0A-1108-1F04-CF901C27A7DE}"/>
              </a:ext>
            </a:extLst>
          </p:cNvPr>
          <p:cNvSpPr>
            <a:spLocks noGrp="1"/>
          </p:cNvSpPr>
          <p:nvPr>
            <p:ph type="title"/>
          </p:nvPr>
        </p:nvSpPr>
        <p:spPr/>
        <p:txBody>
          <a:bodyPr/>
          <a:lstStyle/>
          <a:p>
            <a:r>
              <a:rPr lang="en-US" dirty="0"/>
              <a:t>Client-Side Validation Attributes</a:t>
            </a:r>
          </a:p>
        </p:txBody>
      </p:sp>
      <p:sp>
        <p:nvSpPr>
          <p:cNvPr id="3" name="Content Placeholder 2">
            <a:extLst>
              <a:ext uri="{FF2B5EF4-FFF2-40B4-BE49-F238E27FC236}">
                <a16:creationId xmlns="" xmlns:a16="http://schemas.microsoft.com/office/drawing/2014/main" id="{F37C57C9-E20E-C729-C90E-6EEC501C1DC0}"/>
              </a:ext>
            </a:extLst>
          </p:cNvPr>
          <p:cNvSpPr>
            <a:spLocks noGrp="1"/>
          </p:cNvSpPr>
          <p:nvPr>
            <p:ph idx="1"/>
          </p:nvPr>
        </p:nvSpPr>
        <p:spPr/>
        <p:txBody>
          <a:bodyPr/>
          <a:lstStyle/>
          <a:p>
            <a:r>
              <a:rPr lang="en-US" dirty="0"/>
              <a:t>Required			</a:t>
            </a:r>
            <a:r>
              <a:rPr lang="en-US" dirty="0">
                <a:solidFill>
                  <a:schemeClr val="accent1"/>
                </a:solidFill>
              </a:rPr>
              <a:t>user </a:t>
            </a:r>
            <a:r>
              <a:rPr lang="en-US" b="1" dirty="0">
                <a:solidFill>
                  <a:schemeClr val="accent1"/>
                </a:solidFill>
              </a:rPr>
              <a:t>must provide a value</a:t>
            </a:r>
            <a:r>
              <a:rPr lang="en-US" dirty="0">
                <a:solidFill>
                  <a:schemeClr val="accent1"/>
                </a:solidFill>
              </a:rPr>
              <a:t> before submitting the form.</a:t>
            </a:r>
          </a:p>
          <a:p>
            <a:r>
              <a:rPr lang="en-US" dirty="0"/>
              <a:t>Min				</a:t>
            </a:r>
            <a:r>
              <a:rPr lang="en-US" b="1" dirty="0">
                <a:solidFill>
                  <a:schemeClr val="accent1"/>
                </a:solidFill>
              </a:rPr>
              <a:t>minimum allowed value</a:t>
            </a:r>
            <a:r>
              <a:rPr lang="en-US" dirty="0">
                <a:solidFill>
                  <a:schemeClr val="accent1"/>
                </a:solidFill>
              </a:rPr>
              <a:t> for applicable input types</a:t>
            </a:r>
          </a:p>
          <a:p>
            <a:r>
              <a:rPr lang="en-US" dirty="0"/>
              <a:t>Max				</a:t>
            </a:r>
            <a:r>
              <a:rPr lang="en-US" dirty="0">
                <a:solidFill>
                  <a:schemeClr val="accent1"/>
                </a:solidFill>
              </a:rPr>
              <a:t>max specifies the </a:t>
            </a:r>
            <a:r>
              <a:rPr lang="en-US" b="1" dirty="0">
                <a:solidFill>
                  <a:schemeClr val="accent1"/>
                </a:solidFill>
              </a:rPr>
              <a:t>maximum allowed value</a:t>
            </a:r>
            <a:r>
              <a:rPr lang="en-US" dirty="0">
                <a:solidFill>
                  <a:schemeClr val="accent1"/>
                </a:solidFill>
              </a:rPr>
              <a:t>.</a:t>
            </a:r>
          </a:p>
          <a:p>
            <a:r>
              <a:rPr lang="en-US" dirty="0"/>
              <a:t>Pattern 			</a:t>
            </a:r>
            <a:r>
              <a:rPr lang="en-US" dirty="0">
                <a:solidFill>
                  <a:schemeClr val="accent1"/>
                </a:solidFill>
              </a:rPr>
              <a:t>specifies a </a:t>
            </a:r>
            <a:r>
              <a:rPr lang="en-US" b="1" dirty="0">
                <a:solidFill>
                  <a:schemeClr val="accent1"/>
                </a:solidFill>
              </a:rPr>
              <a:t>regular expression (regex)</a:t>
            </a:r>
            <a:r>
              <a:rPr lang="en-US" dirty="0">
                <a:solidFill>
                  <a:schemeClr val="accent1"/>
                </a:solidFill>
              </a:rPr>
              <a:t> that the input must 					match.</a:t>
            </a:r>
            <a:endParaRPr lang="en-US" dirty="0"/>
          </a:p>
        </p:txBody>
      </p:sp>
      <p:sp>
        <p:nvSpPr>
          <p:cNvPr id="4" name="Footer Placeholder 3">
            <a:extLst>
              <a:ext uri="{FF2B5EF4-FFF2-40B4-BE49-F238E27FC236}">
                <a16:creationId xmlns="" xmlns:a16="http://schemas.microsoft.com/office/drawing/2014/main" id="{2798F2CA-B7C5-5C6E-4364-0C27F9ACC9E5}"/>
              </a:ext>
            </a:extLst>
          </p:cNvPr>
          <p:cNvSpPr>
            <a:spLocks noGrp="1"/>
          </p:cNvSpPr>
          <p:nvPr>
            <p:ph type="ftr" sz="quarter" idx="11"/>
          </p:nvPr>
        </p:nvSpPr>
        <p:spPr/>
        <p:txBody>
          <a:bodyPr/>
          <a:lstStyle/>
          <a:p>
            <a:r>
              <a:rPr lang="en-US">
                <a:solidFill>
                  <a:prstClr val="black">
                    <a:tint val="75000"/>
                  </a:prstClr>
                </a:solidFill>
              </a:rPr>
              <a:t>Artificial Intelligence Lectures Prepared By Faiza Khan</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3B1884F9-EA77-F46B-E3A8-8A0329B2CB47}"/>
              </a:ext>
            </a:extLst>
          </p:cNvPr>
          <p:cNvSpPr>
            <a:spLocks noGrp="1"/>
          </p:cNvSpPr>
          <p:nvPr>
            <p:ph type="sldNum" sz="quarter" idx="12"/>
          </p:nvPr>
        </p:nvSpPr>
        <p:spPr/>
        <p:txBody>
          <a:bodyPr/>
          <a:lstStyle/>
          <a:p>
            <a:fld id="{EA01E00C-350D-493E-B140-69306DC35D1C}" type="slidenum">
              <a:rPr lang="en-US" smtClean="0"/>
              <a:pPr/>
              <a:t>61</a:t>
            </a:fld>
            <a:endParaRPr lang="en-US"/>
          </a:p>
        </p:txBody>
      </p:sp>
    </p:spTree>
    <p:extLst>
      <p:ext uri="{BB962C8B-B14F-4D97-AF65-F5344CB8AC3E}">
        <p14:creationId xmlns:p14="http://schemas.microsoft.com/office/powerpoint/2010/main" val="2620988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pPr>
              <a:defRPr/>
            </a:pPr>
            <a:r>
              <a:rPr lang="en-US"/>
              <a:t>Form Fields</a:t>
            </a:r>
          </a:p>
        </p:txBody>
      </p:sp>
      <p:sp>
        <p:nvSpPr>
          <p:cNvPr id="935939" name="Rectangle 3"/>
          <p:cNvSpPr>
            <a:spLocks noGrp="1" noChangeArrowheads="1"/>
          </p:cNvSpPr>
          <p:nvPr>
            <p:ph idx="1"/>
          </p:nvPr>
        </p:nvSpPr>
        <p:spPr>
          <a:xfrm>
            <a:off x="2349488" y="1741732"/>
            <a:ext cx="7937512" cy="3777622"/>
          </a:xfrm>
        </p:spPr>
        <p:txBody>
          <a:bodyPr>
            <a:noAutofit/>
          </a:bodyPr>
          <a:lstStyle/>
          <a:p>
            <a:pPr>
              <a:lnSpc>
                <a:spcPct val="90000"/>
              </a:lnSpc>
              <a:defRPr/>
            </a:pPr>
            <a:r>
              <a:rPr lang="en-US" sz="2400" dirty="0"/>
              <a:t>Text fields are single-line entry fields:</a:t>
            </a:r>
          </a:p>
          <a:p>
            <a:pPr>
              <a:lnSpc>
                <a:spcPct val="90000"/>
              </a:lnSpc>
              <a:defRPr/>
            </a:pPr>
            <a:endParaRPr lang="en-US" sz="2400" dirty="0">
              <a:solidFill>
                <a:srgbClr val="426790"/>
              </a:solidFill>
              <a:effectLst>
                <a:outerShdw blurRad="38100" dist="38100" dir="2700000" algn="tl">
                  <a:srgbClr val="000000"/>
                </a:outerShdw>
              </a:effectLst>
              <a:latin typeface="Courier New" pitchFamily="49" charset="0"/>
            </a:endParaRPr>
          </a:p>
          <a:p>
            <a:pPr>
              <a:lnSpc>
                <a:spcPct val="90000"/>
              </a:lnSpc>
              <a:defRPr/>
            </a:pPr>
            <a:endParaRPr lang="en-US" sz="2400" dirty="0">
              <a:solidFill>
                <a:srgbClr val="426790"/>
              </a:solidFill>
              <a:effectLst>
                <a:outerShdw blurRad="38100" dist="38100" dir="2700000" algn="tl">
                  <a:srgbClr val="000000"/>
                </a:outerShdw>
              </a:effectLst>
              <a:latin typeface="Courier New" pitchFamily="49" charset="0"/>
            </a:endParaRPr>
          </a:p>
          <a:p>
            <a:pPr>
              <a:lnSpc>
                <a:spcPct val="90000"/>
              </a:lnSpc>
              <a:defRPr/>
            </a:pPr>
            <a:r>
              <a:rPr lang="en-US" sz="2400" dirty="0"/>
              <a:t>Text areas can contain multiple lines of text:</a:t>
            </a:r>
          </a:p>
          <a:p>
            <a:pPr>
              <a:lnSpc>
                <a:spcPct val="90000"/>
              </a:lnSpc>
              <a:defRPr/>
            </a:pPr>
            <a:endParaRPr lang="en-US" sz="2400" dirty="0"/>
          </a:p>
          <a:p>
            <a:pPr>
              <a:lnSpc>
                <a:spcPct val="90000"/>
              </a:lnSpc>
              <a:defRPr/>
            </a:pPr>
            <a:endParaRPr lang="en-US" sz="2400" dirty="0"/>
          </a:p>
          <a:p>
            <a:pPr>
              <a:lnSpc>
                <a:spcPct val="90000"/>
              </a:lnSpc>
              <a:defRPr/>
            </a:pPr>
            <a:r>
              <a:rPr lang="en-US" sz="2400" dirty="0"/>
              <a:t>Hidden fields contain data not shown to user:</a:t>
            </a:r>
          </a:p>
          <a:p>
            <a:pPr>
              <a:lnSpc>
                <a:spcPct val="90000"/>
              </a:lnSpc>
              <a:defRPr/>
            </a:pPr>
            <a:endParaRPr lang="en-US" sz="2400" dirty="0"/>
          </a:p>
          <a:p>
            <a:pPr marL="0" indent="0">
              <a:lnSpc>
                <a:spcPct val="90000"/>
              </a:lnSpc>
              <a:buNone/>
              <a:defRPr/>
            </a:pPr>
            <a:endParaRPr lang="en-US" sz="2400" dirty="0"/>
          </a:p>
        </p:txBody>
      </p:sp>
      <p:sp>
        <p:nvSpPr>
          <p:cNvPr id="935940" name="Rectangle 4"/>
          <p:cNvSpPr>
            <a:spLocks noChangeArrowheads="1"/>
          </p:cNvSpPr>
          <p:nvPr/>
        </p:nvSpPr>
        <p:spPr bwMode="auto">
          <a:xfrm>
            <a:off x="2279650" y="2314736"/>
            <a:ext cx="7488238" cy="70788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&lt;input type="text" name="FirstName" value="This is a text field"&gt;</a:t>
            </a:r>
          </a:p>
        </p:txBody>
      </p:sp>
      <p:sp>
        <p:nvSpPr>
          <p:cNvPr id="935941" name="Rectangle 5"/>
          <p:cNvSpPr>
            <a:spLocks noChangeArrowheads="1"/>
          </p:cNvSpPr>
          <p:nvPr/>
        </p:nvSpPr>
        <p:spPr bwMode="auto">
          <a:xfrm>
            <a:off x="2279650" y="3647413"/>
            <a:ext cx="7488238" cy="70788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&lt;textarea name="Comments"&gt;This is a multi-line text field&lt;/textarea&gt;</a:t>
            </a:r>
          </a:p>
        </p:txBody>
      </p:sp>
      <p:sp>
        <p:nvSpPr>
          <p:cNvPr id="935942" name="Rectangle 6"/>
          <p:cNvSpPr>
            <a:spLocks noChangeArrowheads="1"/>
          </p:cNvSpPr>
          <p:nvPr/>
        </p:nvSpPr>
        <p:spPr bwMode="auto">
          <a:xfrm>
            <a:off x="2279650" y="4980090"/>
            <a:ext cx="7488238" cy="70788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&lt;input type="hidden" name="Account" value="This is a hidden text field"&gt;</a:t>
            </a:r>
          </a:p>
        </p:txBody>
      </p:sp>
      <p:sp>
        <p:nvSpPr>
          <p:cNvPr id="2" name="Footer Placeholder 1"/>
          <p:cNvSpPr>
            <a:spLocks noGrp="1"/>
          </p:cNvSpPr>
          <p:nvPr>
            <p:ph type="ftr" sz="quarter" idx="11"/>
          </p:nvPr>
        </p:nvSpPr>
        <p:spPr>
          <a:xfrm>
            <a:off x="3469201" y="6454414"/>
            <a:ext cx="5716488" cy="365125"/>
          </a:xfrm>
        </p:spPr>
        <p:txBody>
          <a:bodyPr/>
          <a:lstStyle/>
          <a:p>
            <a:r>
              <a:rPr lang="en-US"/>
              <a:t>Department of Computer Science, COMSATS University Islamabad, Attock Campus</a:t>
            </a:r>
            <a:endParaRPr lang="en-US" dirty="0"/>
          </a:p>
        </p:txBody>
      </p:sp>
      <p:sp>
        <p:nvSpPr>
          <p:cNvPr id="3" name="Slide Number Placeholder 2">
            <a:extLst>
              <a:ext uri="{FF2B5EF4-FFF2-40B4-BE49-F238E27FC236}">
                <a16:creationId xmlns="" xmlns:a16="http://schemas.microsoft.com/office/drawing/2014/main" id="{981F7307-A262-D547-EFD2-8450E5348954}"/>
              </a:ext>
            </a:extLst>
          </p:cNvPr>
          <p:cNvSpPr>
            <a:spLocks noGrp="1"/>
          </p:cNvSpPr>
          <p:nvPr>
            <p:ph type="sldNum" sz="quarter" idx="12"/>
          </p:nvPr>
        </p:nvSpPr>
        <p:spPr/>
        <p:txBody>
          <a:bodyPr/>
          <a:lstStyle/>
          <a:p>
            <a:fld id="{EA01E00C-350D-493E-B140-69306DC35D1C}"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p:txBody>
          <a:bodyPr/>
          <a:lstStyle/>
          <a:p>
            <a:pPr>
              <a:defRPr/>
            </a:pPr>
            <a:r>
              <a:rPr lang="en-US"/>
              <a:t>Form Input Controls</a:t>
            </a:r>
          </a:p>
        </p:txBody>
      </p:sp>
      <p:sp>
        <p:nvSpPr>
          <p:cNvPr id="937987" name="Rectangle 3"/>
          <p:cNvSpPr>
            <a:spLocks noGrp="1" noChangeArrowheads="1"/>
          </p:cNvSpPr>
          <p:nvPr>
            <p:ph idx="1"/>
          </p:nvPr>
        </p:nvSpPr>
        <p:spPr>
          <a:xfrm>
            <a:off x="2257880" y="1676400"/>
            <a:ext cx="7952921" cy="3777622"/>
          </a:xfrm>
        </p:spPr>
        <p:txBody>
          <a:bodyPr>
            <a:normAutofit fontScale="92500"/>
          </a:bodyPr>
          <a:lstStyle/>
          <a:p>
            <a:pPr>
              <a:lnSpc>
                <a:spcPct val="90000"/>
              </a:lnSpc>
              <a:defRPr/>
            </a:pPr>
            <a:r>
              <a:rPr lang="en-US" sz="3000" dirty="0"/>
              <a:t>Create a checkbox:</a:t>
            </a:r>
          </a:p>
          <a:p>
            <a:pPr>
              <a:lnSpc>
                <a:spcPct val="90000"/>
              </a:lnSpc>
              <a:defRPr/>
            </a:pPr>
            <a:endParaRPr lang="en-US" sz="3000" dirty="0"/>
          </a:p>
          <a:p>
            <a:pPr>
              <a:lnSpc>
                <a:spcPct val="90000"/>
              </a:lnSpc>
              <a:defRPr/>
            </a:pPr>
            <a:endParaRPr lang="en-US" sz="3000" dirty="0">
              <a:solidFill>
                <a:srgbClr val="426790"/>
              </a:solidFill>
              <a:effectLst>
                <a:outerShdw blurRad="38100" dist="38100" dir="2700000" algn="tl">
                  <a:srgbClr val="000000"/>
                </a:outerShdw>
              </a:effectLst>
              <a:latin typeface="Courier New" pitchFamily="49" charset="0"/>
            </a:endParaRPr>
          </a:p>
          <a:p>
            <a:pPr>
              <a:lnSpc>
                <a:spcPct val="90000"/>
              </a:lnSpc>
              <a:defRPr/>
            </a:pPr>
            <a:r>
              <a:rPr lang="en-US" sz="3000" dirty="0"/>
              <a:t>Create a radio button:</a:t>
            </a:r>
          </a:p>
          <a:p>
            <a:pPr>
              <a:lnSpc>
                <a:spcPct val="90000"/>
              </a:lnSpc>
              <a:defRPr/>
            </a:pPr>
            <a:endParaRPr lang="en-US" sz="3000" dirty="0"/>
          </a:p>
          <a:p>
            <a:pPr>
              <a:lnSpc>
                <a:spcPct val="90000"/>
              </a:lnSpc>
              <a:spcBef>
                <a:spcPts val="3000"/>
              </a:spcBef>
              <a:defRPr/>
            </a:pPr>
            <a:r>
              <a:rPr lang="en-US" sz="3000" dirty="0"/>
              <a:t>Radio buttons can be grouped, allowing only one to be selected from a group:</a:t>
            </a:r>
          </a:p>
        </p:txBody>
      </p:sp>
      <p:sp>
        <p:nvSpPr>
          <p:cNvPr id="937988" name="Rectangle 4"/>
          <p:cNvSpPr>
            <a:spLocks noChangeArrowheads="1"/>
          </p:cNvSpPr>
          <p:nvPr/>
        </p:nvSpPr>
        <p:spPr bwMode="auto">
          <a:xfrm>
            <a:off x="2279650" y="2381389"/>
            <a:ext cx="7488238" cy="70788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&lt;input type="checkbox" name="fruit" value="apple"&gt;</a:t>
            </a:r>
          </a:p>
        </p:txBody>
      </p:sp>
      <p:sp>
        <p:nvSpPr>
          <p:cNvPr id="937989" name="Rectangle 5"/>
          <p:cNvSpPr>
            <a:spLocks noChangeArrowheads="1"/>
          </p:cNvSpPr>
          <p:nvPr/>
        </p:nvSpPr>
        <p:spPr bwMode="auto">
          <a:xfrm>
            <a:off x="2279650" y="3871538"/>
            <a:ext cx="7488238" cy="40011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&lt;input type="radio" name="title" value="Mr."&gt;</a:t>
            </a:r>
          </a:p>
        </p:txBody>
      </p:sp>
      <p:sp>
        <p:nvSpPr>
          <p:cNvPr id="937990" name="Rectangle 6"/>
          <p:cNvSpPr>
            <a:spLocks noChangeArrowheads="1"/>
          </p:cNvSpPr>
          <p:nvPr/>
        </p:nvSpPr>
        <p:spPr bwMode="auto">
          <a:xfrm>
            <a:off x="2300288" y="5491210"/>
            <a:ext cx="7467600" cy="70788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&lt;input type="radio" name="town" value="Sofia"&gt;</a:t>
            </a:r>
          </a:p>
          <a:p>
            <a:pPr eaLnBrk="0" hangingPunct="0">
              <a:lnSpc>
                <a:spcPts val="2400"/>
              </a:lnSpc>
              <a:buClr>
                <a:schemeClr val="accent5">
                  <a:lumMod val="40000"/>
                  <a:lumOff val="60000"/>
                </a:schemeClr>
              </a:buClr>
              <a:buSzPct val="70000"/>
              <a:defRPr/>
            </a:pPr>
            <a:r>
              <a:rPr lang="en-US" sz="2200" noProof="1">
                <a:latin typeface="Consolas" pitchFamily="49" charset="0"/>
                <a:cs typeface="Consolas" pitchFamily="49" charset="0"/>
              </a:rPr>
              <a:t>&lt;input type="radio" name="town" value="Varna"&gt;</a:t>
            </a:r>
          </a:p>
        </p:txBody>
      </p:sp>
      <p:sp>
        <p:nvSpPr>
          <p:cNvPr id="2" name="Footer Placeholder 1"/>
          <p:cNvSpPr>
            <a:spLocks noGrp="1"/>
          </p:cNvSpPr>
          <p:nvPr>
            <p:ph type="ftr" sz="quarter" idx="11"/>
          </p:nvPr>
        </p:nvSpPr>
        <p:spPr>
          <a:xfrm>
            <a:off x="3905556" y="6492876"/>
            <a:ext cx="5716488" cy="365125"/>
          </a:xfrm>
        </p:spPr>
        <p:txBody>
          <a:bodyPr/>
          <a:lstStyle/>
          <a:p>
            <a:r>
              <a:rPr lang="en-US" dirty="0"/>
              <a:t>Department of Computer Science, COMSATS University Islamabad, Attock Campus</a:t>
            </a:r>
          </a:p>
        </p:txBody>
      </p:sp>
      <p:sp>
        <p:nvSpPr>
          <p:cNvPr id="3" name="Slide Number Placeholder 2">
            <a:extLst>
              <a:ext uri="{FF2B5EF4-FFF2-40B4-BE49-F238E27FC236}">
                <a16:creationId xmlns="" xmlns:a16="http://schemas.microsoft.com/office/drawing/2014/main" id="{8D47FBB3-3AB5-851B-8966-FFD4EBADA9BF}"/>
              </a:ext>
            </a:extLst>
          </p:cNvPr>
          <p:cNvSpPr>
            <a:spLocks noGrp="1"/>
          </p:cNvSpPr>
          <p:nvPr>
            <p:ph type="sldNum" sz="quarter" idx="12"/>
          </p:nvPr>
        </p:nvSpPr>
        <p:spPr/>
        <p:txBody>
          <a:bodyPr/>
          <a:lstStyle/>
          <a:p>
            <a:fld id="{EA01E00C-350D-493E-B140-69306DC35D1C}"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noChangeArrowheads="1"/>
          </p:cNvSpPr>
          <p:nvPr>
            <p:ph type="title"/>
          </p:nvPr>
        </p:nvSpPr>
        <p:spPr/>
        <p:txBody>
          <a:bodyPr/>
          <a:lstStyle/>
          <a:p>
            <a:pPr>
              <a:defRPr/>
            </a:pPr>
            <a:r>
              <a:rPr lang="en-US"/>
              <a:t>Other Form Controls</a:t>
            </a:r>
          </a:p>
        </p:txBody>
      </p:sp>
      <p:sp>
        <p:nvSpPr>
          <p:cNvPr id="940035" name="Rectangle 3"/>
          <p:cNvSpPr>
            <a:spLocks noGrp="1" noChangeArrowheads="1"/>
          </p:cNvSpPr>
          <p:nvPr>
            <p:ph idx="1"/>
          </p:nvPr>
        </p:nvSpPr>
        <p:spPr>
          <a:xfrm>
            <a:off x="2316832" y="1486819"/>
            <a:ext cx="6591985" cy="3777622"/>
          </a:xfrm>
        </p:spPr>
        <p:txBody>
          <a:bodyPr>
            <a:normAutofit/>
          </a:bodyPr>
          <a:lstStyle/>
          <a:p>
            <a:pPr>
              <a:lnSpc>
                <a:spcPct val="90000"/>
              </a:lnSpc>
              <a:defRPr/>
            </a:pPr>
            <a:r>
              <a:rPr lang="en-US" sz="2400" dirty="0"/>
              <a:t>Pull down menu (drop-down list):</a:t>
            </a:r>
          </a:p>
          <a:p>
            <a:pPr>
              <a:lnSpc>
                <a:spcPct val="90000"/>
              </a:lnSpc>
              <a:defRPr/>
            </a:pPr>
            <a:endParaRPr lang="en-US" sz="2400" dirty="0"/>
          </a:p>
          <a:p>
            <a:pPr>
              <a:lnSpc>
                <a:spcPct val="90000"/>
              </a:lnSpc>
              <a:defRPr/>
            </a:pPr>
            <a:endParaRPr lang="en-US" sz="2400" dirty="0"/>
          </a:p>
          <a:p>
            <a:pPr>
              <a:lnSpc>
                <a:spcPct val="90000"/>
              </a:lnSpc>
              <a:defRPr/>
            </a:pPr>
            <a:endParaRPr lang="en-US" sz="2400" dirty="0"/>
          </a:p>
          <a:p>
            <a:pPr>
              <a:lnSpc>
                <a:spcPct val="90000"/>
              </a:lnSpc>
              <a:defRPr/>
            </a:pPr>
            <a:endParaRPr lang="en-US" sz="3600" dirty="0">
              <a:solidFill>
                <a:srgbClr val="426790"/>
              </a:solidFill>
              <a:effectLst>
                <a:outerShdw blurRad="38100" dist="38100" dir="2700000" algn="tl">
                  <a:srgbClr val="000000"/>
                </a:outerShdw>
              </a:effectLst>
              <a:latin typeface="Courier New" pitchFamily="49" charset="0"/>
            </a:endParaRPr>
          </a:p>
          <a:p>
            <a:pPr>
              <a:spcBef>
                <a:spcPts val="3000"/>
              </a:spcBef>
              <a:defRPr/>
            </a:pPr>
            <a:r>
              <a:rPr lang="en-US" sz="2400" dirty="0"/>
              <a:t>Submit button:</a:t>
            </a:r>
          </a:p>
        </p:txBody>
      </p:sp>
      <p:sp>
        <p:nvSpPr>
          <p:cNvPr id="940036" name="Rectangle 4"/>
          <p:cNvSpPr>
            <a:spLocks noChangeArrowheads="1"/>
          </p:cNvSpPr>
          <p:nvPr/>
        </p:nvSpPr>
        <p:spPr bwMode="auto">
          <a:xfrm>
            <a:off x="2177143" y="1948185"/>
            <a:ext cx="7848600" cy="230832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noProof="1">
                <a:latin typeface="Consolas" pitchFamily="49" charset="0"/>
                <a:cs typeface="Consolas" pitchFamily="49" charset="0"/>
              </a:rPr>
              <a:t>&lt;select name="gender"&gt;</a:t>
            </a:r>
          </a:p>
          <a:p>
            <a:pPr eaLnBrk="0" hangingPunct="0">
              <a:buClr>
                <a:schemeClr val="accent5">
                  <a:lumMod val="40000"/>
                  <a:lumOff val="60000"/>
                </a:schemeClr>
              </a:buClr>
              <a:buSzPct val="70000"/>
              <a:defRPr/>
            </a:pPr>
            <a:r>
              <a:rPr lang="en-US" sz="2400" noProof="1">
                <a:latin typeface="Consolas" pitchFamily="49" charset="0"/>
                <a:cs typeface="Consolas" pitchFamily="49" charset="0"/>
              </a:rPr>
              <a:t>  &lt;option value="Value 1"</a:t>
            </a:r>
          </a:p>
          <a:p>
            <a:pPr eaLnBrk="0" hangingPunct="0">
              <a:buClr>
                <a:schemeClr val="accent5">
                  <a:lumMod val="40000"/>
                  <a:lumOff val="60000"/>
                </a:schemeClr>
              </a:buClr>
              <a:buSzPct val="70000"/>
              <a:defRPr/>
            </a:pPr>
            <a:r>
              <a:rPr lang="en-US" sz="2400" noProof="1">
                <a:latin typeface="Consolas" pitchFamily="49" charset="0"/>
                <a:cs typeface="Consolas" pitchFamily="49" charset="0"/>
              </a:rPr>
              <a:t>    selected="selected"&gt;Male&lt;/option&gt;</a:t>
            </a:r>
          </a:p>
          <a:p>
            <a:pPr eaLnBrk="0" hangingPunct="0">
              <a:buClr>
                <a:schemeClr val="accent5">
                  <a:lumMod val="40000"/>
                  <a:lumOff val="60000"/>
                </a:schemeClr>
              </a:buClr>
              <a:buSzPct val="70000"/>
              <a:defRPr/>
            </a:pPr>
            <a:r>
              <a:rPr lang="en-US" sz="2400" noProof="1">
                <a:latin typeface="Consolas" pitchFamily="49" charset="0"/>
                <a:cs typeface="Consolas" pitchFamily="49" charset="0"/>
              </a:rPr>
              <a:t>  &lt;option value="Value 2"&gt;Female&lt;/option&gt;</a:t>
            </a:r>
          </a:p>
          <a:p>
            <a:pPr eaLnBrk="0" hangingPunct="0">
              <a:buClr>
                <a:schemeClr val="accent5">
                  <a:lumMod val="40000"/>
                  <a:lumOff val="60000"/>
                </a:schemeClr>
              </a:buClr>
              <a:buSzPct val="70000"/>
              <a:defRPr/>
            </a:pPr>
            <a:r>
              <a:rPr lang="en-US" sz="2400" noProof="1">
                <a:latin typeface="Consolas" pitchFamily="49" charset="0"/>
                <a:cs typeface="Consolas" pitchFamily="49" charset="0"/>
              </a:rPr>
              <a:t>  &lt;option value="Value 3"&gt;Other&lt;/option&gt;</a:t>
            </a:r>
          </a:p>
          <a:p>
            <a:pPr eaLnBrk="0" hangingPunct="0">
              <a:buClr>
                <a:schemeClr val="accent5">
                  <a:lumMod val="40000"/>
                  <a:lumOff val="60000"/>
                </a:schemeClr>
              </a:buClr>
              <a:buSzPct val="70000"/>
              <a:defRPr/>
            </a:pPr>
            <a:r>
              <a:rPr lang="en-US" sz="2400" noProof="1">
                <a:latin typeface="Consolas" pitchFamily="49" charset="0"/>
                <a:cs typeface="Consolas" pitchFamily="49" charset="0"/>
              </a:rPr>
              <a:t>&lt;/select&gt;</a:t>
            </a:r>
          </a:p>
        </p:txBody>
      </p:sp>
      <p:sp>
        <p:nvSpPr>
          <p:cNvPr id="940037" name="Rectangle 5"/>
          <p:cNvSpPr>
            <a:spLocks noChangeArrowheads="1"/>
          </p:cNvSpPr>
          <p:nvPr/>
        </p:nvSpPr>
        <p:spPr bwMode="auto">
          <a:xfrm>
            <a:off x="2118509" y="4717876"/>
            <a:ext cx="7848600"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noProof="1">
                <a:latin typeface="Consolas" pitchFamily="49" charset="0"/>
                <a:cs typeface="Consolas" pitchFamily="49" charset="0"/>
              </a:rPr>
              <a:t>&lt;button type="submit"&gt;Submit&lt;/button&gt;</a:t>
            </a:r>
          </a:p>
        </p:txBody>
      </p:sp>
      <p:sp>
        <p:nvSpPr>
          <p:cNvPr id="2" name="Footer Placeholder 1"/>
          <p:cNvSpPr>
            <a:spLocks noGrp="1"/>
          </p:cNvSpPr>
          <p:nvPr>
            <p:ph type="ftr" sz="quarter" idx="11"/>
          </p:nvPr>
        </p:nvSpPr>
        <p:spPr>
          <a:xfrm>
            <a:off x="3905556" y="6492876"/>
            <a:ext cx="5716488" cy="365125"/>
          </a:xfrm>
        </p:spPr>
        <p:txBody>
          <a:bodyPr/>
          <a:lstStyle/>
          <a:p>
            <a:r>
              <a:rPr lang="en-US" dirty="0"/>
              <a:t>Department of Computer Science, COMSATS University Islamabad, Attock Campus</a:t>
            </a:r>
          </a:p>
        </p:txBody>
      </p:sp>
      <p:sp>
        <p:nvSpPr>
          <p:cNvPr id="3" name="Slide Number Placeholder 2">
            <a:extLst>
              <a:ext uri="{FF2B5EF4-FFF2-40B4-BE49-F238E27FC236}">
                <a16:creationId xmlns="" xmlns:a16="http://schemas.microsoft.com/office/drawing/2014/main" id="{5E11B172-9C27-4F3C-2030-6D8F1C708EF2}"/>
              </a:ext>
            </a:extLst>
          </p:cNvPr>
          <p:cNvSpPr>
            <a:spLocks noGrp="1"/>
          </p:cNvSpPr>
          <p:nvPr>
            <p:ph type="sldNum" sz="quarter" idx="12"/>
          </p:nvPr>
        </p:nvSpPr>
        <p:spPr/>
        <p:txBody>
          <a:bodyPr/>
          <a:lstStyle/>
          <a:p>
            <a:fld id="{EA01E00C-350D-493E-B140-69306DC35D1C}"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2" name="Rectangle 2"/>
          <p:cNvSpPr>
            <a:spLocks noGrp="1" noChangeArrowheads="1"/>
          </p:cNvSpPr>
          <p:nvPr>
            <p:ph type="title"/>
          </p:nvPr>
        </p:nvSpPr>
        <p:spPr/>
        <p:txBody>
          <a:bodyPr/>
          <a:lstStyle/>
          <a:p>
            <a:pPr>
              <a:defRPr/>
            </a:pPr>
            <a:r>
              <a:rPr lang="en-US" dirty="0"/>
              <a:t>Other Form Controls (2)</a:t>
            </a:r>
            <a:endParaRPr lang="bg-BG" dirty="0"/>
          </a:p>
        </p:txBody>
      </p:sp>
      <p:sp>
        <p:nvSpPr>
          <p:cNvPr id="1059843" name="Rectangle 3"/>
          <p:cNvSpPr>
            <a:spLocks noGrp="1" noChangeArrowheads="1"/>
          </p:cNvSpPr>
          <p:nvPr>
            <p:ph idx="1"/>
          </p:nvPr>
        </p:nvSpPr>
        <p:spPr>
          <a:xfrm>
            <a:off x="2609321" y="1297212"/>
            <a:ext cx="6591985" cy="4705490"/>
          </a:xfrm>
        </p:spPr>
        <p:txBody>
          <a:bodyPr>
            <a:normAutofit/>
          </a:bodyPr>
          <a:lstStyle/>
          <a:p>
            <a:pPr>
              <a:lnSpc>
                <a:spcPct val="100000"/>
              </a:lnSpc>
              <a:spcBef>
                <a:spcPct val="60000"/>
              </a:spcBef>
              <a:defRPr/>
            </a:pPr>
            <a:r>
              <a:rPr lang="en-US" sz="2400" dirty="0"/>
              <a:t>Reset button – clears the form</a:t>
            </a:r>
          </a:p>
          <a:p>
            <a:pPr marL="0" indent="0">
              <a:spcBef>
                <a:spcPct val="60000"/>
              </a:spcBef>
              <a:buNone/>
              <a:defRPr/>
            </a:pPr>
            <a:endParaRPr lang="en-US" sz="2400" dirty="0"/>
          </a:p>
          <a:p>
            <a:pPr>
              <a:lnSpc>
                <a:spcPct val="100000"/>
              </a:lnSpc>
              <a:spcBef>
                <a:spcPct val="60000"/>
              </a:spcBef>
              <a:defRPr/>
            </a:pPr>
            <a:r>
              <a:rPr lang="en-US" sz="2400" dirty="0"/>
              <a:t>Image button – acts like submit but image is displayed instead of button</a:t>
            </a:r>
          </a:p>
          <a:p>
            <a:pPr marL="0" indent="0">
              <a:spcBef>
                <a:spcPct val="60000"/>
              </a:spcBef>
              <a:buNone/>
              <a:defRPr/>
            </a:pPr>
            <a:endParaRPr lang="en-US" sz="2400" dirty="0"/>
          </a:p>
          <a:p>
            <a:pPr marL="0" indent="0">
              <a:spcBef>
                <a:spcPct val="60000"/>
              </a:spcBef>
              <a:buNone/>
              <a:defRPr/>
            </a:pPr>
            <a:endParaRPr lang="en-US" sz="2400" dirty="0"/>
          </a:p>
          <a:p>
            <a:pPr>
              <a:lnSpc>
                <a:spcPct val="100000"/>
              </a:lnSpc>
              <a:spcBef>
                <a:spcPct val="60000"/>
              </a:spcBef>
              <a:defRPr/>
            </a:pPr>
            <a:r>
              <a:rPr lang="en-US" sz="2400" dirty="0"/>
              <a:t>Ordinary button – used for JavaScript, no default action</a:t>
            </a:r>
            <a:endParaRPr lang="bg-BG" sz="2400" dirty="0"/>
          </a:p>
        </p:txBody>
      </p:sp>
      <p:sp>
        <p:nvSpPr>
          <p:cNvPr id="1059844" name="Rectangle 4"/>
          <p:cNvSpPr>
            <a:spLocks noChangeArrowheads="1"/>
          </p:cNvSpPr>
          <p:nvPr/>
        </p:nvSpPr>
        <p:spPr bwMode="auto">
          <a:xfrm>
            <a:off x="2609320" y="1761527"/>
            <a:ext cx="7632700"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noProof="1">
                <a:latin typeface="Consolas" pitchFamily="49" charset="0"/>
                <a:cs typeface="Consolas" pitchFamily="49" charset="0"/>
              </a:rPr>
              <a:t>&lt;button type="reset"&gt;Reset Button&lt;/button&gt;</a:t>
            </a:r>
          </a:p>
        </p:txBody>
      </p:sp>
      <p:sp>
        <p:nvSpPr>
          <p:cNvPr id="1059845" name="Rectangle 5"/>
          <p:cNvSpPr>
            <a:spLocks noChangeArrowheads="1"/>
          </p:cNvSpPr>
          <p:nvPr/>
        </p:nvSpPr>
        <p:spPr bwMode="auto">
          <a:xfrm>
            <a:off x="2631092" y="3399256"/>
            <a:ext cx="7632700" cy="83099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noProof="1">
                <a:latin typeface="Consolas" pitchFamily="49" charset="0"/>
                <a:cs typeface="Consolas" pitchFamily="49" charset="0"/>
              </a:rPr>
              <a:t>&lt;input type="image" src=“image.jpg" alt="Submit" width="100" height="50"&gt;</a:t>
            </a:r>
          </a:p>
        </p:txBody>
      </p:sp>
      <p:sp>
        <p:nvSpPr>
          <p:cNvPr id="1059846" name="Rectangle 6"/>
          <p:cNvSpPr>
            <a:spLocks noChangeArrowheads="1"/>
          </p:cNvSpPr>
          <p:nvPr/>
        </p:nvSpPr>
        <p:spPr bwMode="auto">
          <a:xfrm>
            <a:off x="2631092" y="5406317"/>
            <a:ext cx="7632700"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noProof="1">
                <a:latin typeface="Consolas" pitchFamily="49" charset="0"/>
                <a:cs typeface="Consolas" pitchFamily="49" charset="0"/>
              </a:rPr>
              <a:t>&lt;input type="button" value="simple button"&gt;</a:t>
            </a:r>
          </a:p>
        </p:txBody>
      </p:sp>
      <p:sp>
        <p:nvSpPr>
          <p:cNvPr id="2" name="Footer Placeholder 1"/>
          <p:cNvSpPr>
            <a:spLocks noGrp="1"/>
          </p:cNvSpPr>
          <p:nvPr>
            <p:ph type="ftr" sz="quarter" idx="11"/>
          </p:nvPr>
        </p:nvSpPr>
        <p:spPr>
          <a:xfrm>
            <a:off x="3905556" y="6493242"/>
            <a:ext cx="5716488" cy="365125"/>
          </a:xfrm>
        </p:spPr>
        <p:txBody>
          <a:bodyPr/>
          <a:lstStyle/>
          <a:p>
            <a:r>
              <a:rPr lang="en-US"/>
              <a:t>Department of Computer Science, COMSATS University Islamabad, Attock Campus</a:t>
            </a:r>
            <a:endParaRPr lang="en-US" dirty="0"/>
          </a:p>
        </p:txBody>
      </p:sp>
      <p:sp>
        <p:nvSpPr>
          <p:cNvPr id="3" name="Slide Number Placeholder 2">
            <a:extLst>
              <a:ext uri="{FF2B5EF4-FFF2-40B4-BE49-F238E27FC236}">
                <a16:creationId xmlns="" xmlns:a16="http://schemas.microsoft.com/office/drawing/2014/main" id="{342DA72B-C20B-82B0-BBBD-686E7C532AE3}"/>
              </a:ext>
            </a:extLst>
          </p:cNvPr>
          <p:cNvSpPr>
            <a:spLocks noGrp="1"/>
          </p:cNvSpPr>
          <p:nvPr>
            <p:ph type="sldNum" sz="quarter" idx="12"/>
          </p:nvPr>
        </p:nvSpPr>
        <p:spPr/>
        <p:txBody>
          <a:bodyPr/>
          <a:lstStyle/>
          <a:p>
            <a:fld id="{EA01E00C-350D-493E-B140-69306DC35D1C}" type="slidenum">
              <a:rPr lang="en-US" smtClean="0"/>
              <a:pPr/>
              <a:t>65</a:t>
            </a:fld>
            <a:endParaRPr 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p:cNvSpPr>
            <a:spLocks noGrp="1" noChangeArrowheads="1"/>
          </p:cNvSpPr>
          <p:nvPr>
            <p:ph type="title"/>
          </p:nvPr>
        </p:nvSpPr>
        <p:spPr/>
        <p:txBody>
          <a:bodyPr/>
          <a:lstStyle/>
          <a:p>
            <a:pPr>
              <a:defRPr/>
            </a:pPr>
            <a:r>
              <a:rPr lang="en-US"/>
              <a:t>Other Form Controls (3)</a:t>
            </a:r>
            <a:endParaRPr lang="bg-BG"/>
          </a:p>
        </p:txBody>
      </p:sp>
      <p:sp>
        <p:nvSpPr>
          <p:cNvPr id="1060867" name="Rectangle 3"/>
          <p:cNvSpPr>
            <a:spLocks noGrp="1" noChangeArrowheads="1"/>
          </p:cNvSpPr>
          <p:nvPr>
            <p:ph idx="1"/>
          </p:nvPr>
        </p:nvSpPr>
        <p:spPr>
          <a:xfrm>
            <a:off x="2620206" y="1415140"/>
            <a:ext cx="7848600" cy="3777622"/>
          </a:xfrm>
        </p:spPr>
        <p:txBody>
          <a:bodyPr>
            <a:normAutofit/>
          </a:bodyPr>
          <a:lstStyle/>
          <a:p>
            <a:pPr>
              <a:defRPr/>
            </a:pPr>
            <a:r>
              <a:rPr lang="en-US" sz="2400" dirty="0"/>
              <a:t>Password input – acts like normal text field but hides the text with * signs</a:t>
            </a:r>
          </a:p>
          <a:p>
            <a:pPr>
              <a:defRPr/>
            </a:pPr>
            <a:endParaRPr lang="en-US" sz="2400" dirty="0"/>
          </a:p>
          <a:p>
            <a:pPr>
              <a:defRPr/>
            </a:pPr>
            <a:endParaRPr lang="en-US" sz="2400" dirty="0"/>
          </a:p>
          <a:p>
            <a:pPr>
              <a:defRPr/>
            </a:pPr>
            <a:r>
              <a:rPr lang="en-US" sz="2400" dirty="0"/>
              <a:t>Multiple select field – code is like drop down but displays list of items to select</a:t>
            </a:r>
            <a:endParaRPr lang="bg-BG" sz="2400" dirty="0"/>
          </a:p>
        </p:txBody>
      </p:sp>
      <p:sp>
        <p:nvSpPr>
          <p:cNvPr id="1060868" name="Rectangle 4"/>
          <p:cNvSpPr>
            <a:spLocks noChangeArrowheads="1"/>
          </p:cNvSpPr>
          <p:nvPr/>
        </p:nvSpPr>
        <p:spPr bwMode="auto">
          <a:xfrm>
            <a:off x="2620206" y="2422774"/>
            <a:ext cx="7848600"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noProof="1">
                <a:latin typeface="Consolas" pitchFamily="49" charset="0"/>
                <a:cs typeface="Consolas" pitchFamily="49" charset="0"/>
              </a:rPr>
              <a:t>&lt;input type="password" name="pass" value=""&gt;</a:t>
            </a:r>
          </a:p>
        </p:txBody>
      </p:sp>
      <p:sp>
        <p:nvSpPr>
          <p:cNvPr id="1060869" name="Rectangle 5"/>
          <p:cNvSpPr>
            <a:spLocks noChangeArrowheads="1"/>
          </p:cNvSpPr>
          <p:nvPr/>
        </p:nvSpPr>
        <p:spPr bwMode="auto">
          <a:xfrm>
            <a:off x="2620206" y="4300832"/>
            <a:ext cx="7848600" cy="230832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0000"/>
              </a:lnSpc>
              <a:buClr>
                <a:schemeClr val="accent5">
                  <a:lumMod val="40000"/>
                  <a:lumOff val="60000"/>
                </a:schemeClr>
              </a:buClr>
              <a:buSzPct val="70000"/>
              <a:defRPr/>
            </a:pPr>
            <a:r>
              <a:rPr lang="en-US" sz="2400" noProof="1">
                <a:latin typeface="Consolas" pitchFamily="49" charset="0"/>
                <a:cs typeface="Consolas" pitchFamily="49" charset="0"/>
              </a:rPr>
              <a:t>&lt;select name="products" multiple="multiple"&gt;</a:t>
            </a:r>
          </a:p>
          <a:p>
            <a:pPr eaLnBrk="0" hangingPunct="0">
              <a:lnSpc>
                <a:spcPct val="100000"/>
              </a:lnSpc>
              <a:buClr>
                <a:schemeClr val="accent5">
                  <a:lumMod val="40000"/>
                  <a:lumOff val="60000"/>
                </a:schemeClr>
              </a:buClr>
              <a:buSzPct val="70000"/>
              <a:defRPr/>
            </a:pPr>
            <a:r>
              <a:rPr lang="en-US" sz="2400" noProof="1">
                <a:latin typeface="Consolas" pitchFamily="49" charset="0"/>
                <a:cs typeface="Consolas" pitchFamily="49" charset="0"/>
              </a:rPr>
              <a:t>  &lt;option value="Value 1"</a:t>
            </a:r>
          </a:p>
          <a:p>
            <a:pPr eaLnBrk="0" hangingPunct="0">
              <a:lnSpc>
                <a:spcPct val="100000"/>
              </a:lnSpc>
              <a:buClr>
                <a:schemeClr val="accent5">
                  <a:lumMod val="40000"/>
                  <a:lumOff val="60000"/>
                </a:schemeClr>
              </a:buClr>
              <a:buSzPct val="70000"/>
              <a:defRPr/>
            </a:pPr>
            <a:r>
              <a:rPr lang="en-US" sz="2400" noProof="1">
                <a:latin typeface="Consolas" pitchFamily="49" charset="0"/>
                <a:cs typeface="Consolas" pitchFamily="49" charset="0"/>
              </a:rPr>
              <a:t>    selected="selected"&gt;keyboard&lt;/option&gt;</a:t>
            </a:r>
          </a:p>
          <a:p>
            <a:pPr eaLnBrk="0" hangingPunct="0">
              <a:lnSpc>
                <a:spcPct val="100000"/>
              </a:lnSpc>
              <a:buClr>
                <a:schemeClr val="accent5">
                  <a:lumMod val="40000"/>
                  <a:lumOff val="60000"/>
                </a:schemeClr>
              </a:buClr>
              <a:buSzPct val="70000"/>
              <a:defRPr/>
            </a:pPr>
            <a:r>
              <a:rPr lang="en-US" sz="2400" noProof="1">
                <a:latin typeface="Consolas" pitchFamily="49" charset="0"/>
                <a:cs typeface="Consolas" pitchFamily="49" charset="0"/>
              </a:rPr>
              <a:t>  &lt;option value="Value 2"&gt;mouse&lt;/option&gt;</a:t>
            </a:r>
          </a:p>
          <a:p>
            <a:pPr eaLnBrk="0" hangingPunct="0">
              <a:lnSpc>
                <a:spcPct val="100000"/>
              </a:lnSpc>
              <a:buClr>
                <a:schemeClr val="accent5">
                  <a:lumMod val="40000"/>
                  <a:lumOff val="60000"/>
                </a:schemeClr>
              </a:buClr>
              <a:buSzPct val="70000"/>
              <a:defRPr/>
            </a:pPr>
            <a:r>
              <a:rPr lang="en-US" sz="2400" noProof="1">
                <a:latin typeface="Consolas" pitchFamily="49" charset="0"/>
                <a:cs typeface="Consolas" pitchFamily="49" charset="0"/>
              </a:rPr>
              <a:t>  &lt;option value="Value 3"&gt;speakers&lt;/option&gt;</a:t>
            </a:r>
          </a:p>
          <a:p>
            <a:pPr eaLnBrk="0" hangingPunct="0">
              <a:lnSpc>
                <a:spcPct val="100000"/>
              </a:lnSpc>
              <a:buClr>
                <a:schemeClr val="accent5">
                  <a:lumMod val="40000"/>
                  <a:lumOff val="60000"/>
                </a:schemeClr>
              </a:buClr>
              <a:buSzPct val="70000"/>
              <a:defRPr/>
            </a:pPr>
            <a:r>
              <a:rPr lang="en-US" sz="2400" noProof="1">
                <a:latin typeface="Consolas" pitchFamily="49" charset="0"/>
                <a:cs typeface="Consolas" pitchFamily="49" charset="0"/>
              </a:rPr>
              <a:t>&lt;/select&gt;</a:t>
            </a:r>
          </a:p>
        </p:txBody>
      </p:sp>
      <p:sp>
        <p:nvSpPr>
          <p:cNvPr id="2" name="Footer Placeholder 1"/>
          <p:cNvSpPr>
            <a:spLocks noGrp="1"/>
          </p:cNvSpPr>
          <p:nvPr>
            <p:ph type="ftr" sz="quarter" idx="11"/>
          </p:nvPr>
        </p:nvSpPr>
        <p:spPr>
          <a:xfrm>
            <a:off x="4341912" y="6581943"/>
            <a:ext cx="5716488" cy="365125"/>
          </a:xfrm>
        </p:spPr>
        <p:txBody>
          <a:bodyPr/>
          <a:lstStyle/>
          <a:p>
            <a:r>
              <a:rPr lang="en-US" dirty="0"/>
              <a:t>Department of Computer Science, COMSATS University Islamabad, Attock Campus</a:t>
            </a:r>
          </a:p>
        </p:txBody>
      </p:sp>
      <p:sp>
        <p:nvSpPr>
          <p:cNvPr id="3" name="Slide Number Placeholder 2">
            <a:extLst>
              <a:ext uri="{FF2B5EF4-FFF2-40B4-BE49-F238E27FC236}">
                <a16:creationId xmlns="" xmlns:a16="http://schemas.microsoft.com/office/drawing/2014/main" id="{BC082477-10DC-207D-8B69-CA4C9EC9FDF3}"/>
              </a:ext>
            </a:extLst>
          </p:cNvPr>
          <p:cNvSpPr>
            <a:spLocks noGrp="1"/>
          </p:cNvSpPr>
          <p:nvPr>
            <p:ph type="sldNum" sz="quarter" idx="12"/>
          </p:nvPr>
        </p:nvSpPr>
        <p:spPr/>
        <p:txBody>
          <a:bodyPr/>
          <a:lstStyle/>
          <a:p>
            <a:fld id="{EA01E00C-350D-493E-B140-69306DC35D1C}" type="slidenum">
              <a:rPr lang="en-US" smtClean="0"/>
              <a:pPr/>
              <a:t>66</a:t>
            </a:fld>
            <a:endParaRPr lang="en-US"/>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Grp="1" noChangeArrowheads="1"/>
          </p:cNvSpPr>
          <p:nvPr>
            <p:ph type="title"/>
          </p:nvPr>
        </p:nvSpPr>
        <p:spPr/>
        <p:txBody>
          <a:bodyPr/>
          <a:lstStyle/>
          <a:p>
            <a:pPr>
              <a:defRPr/>
            </a:pPr>
            <a:r>
              <a:rPr lang="en-US" dirty="0"/>
              <a:t>HTML Forms – Example</a:t>
            </a:r>
          </a:p>
        </p:txBody>
      </p:sp>
      <p:sp>
        <p:nvSpPr>
          <p:cNvPr id="942085" name="Rectangle 5"/>
          <p:cNvSpPr>
            <a:spLocks noChangeArrowheads="1"/>
          </p:cNvSpPr>
          <p:nvPr/>
        </p:nvSpPr>
        <p:spPr bwMode="auto">
          <a:xfrm>
            <a:off x="2073328" y="1264555"/>
            <a:ext cx="8054974" cy="556408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1050" noProof="1">
                <a:latin typeface="Consolas" pitchFamily="49" charset="0"/>
                <a:cs typeface="Consolas" pitchFamily="49" charset="0"/>
              </a:rPr>
              <a:t>&lt;form method="POST" action="apply-now.php"&gt;</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&lt;input name="subject" type="hidden" value="Class”&gt;</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&lt;p&gt;Degree: </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&lt;select name="degree"&gt;</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&lt;option value="BA"&gt;Bachelors of Art&lt;/option&gt;</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&lt;option value="BS"&gt;Bachelors of Science&lt;/option&gt;</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&lt;option value="MBA" selected&gt;Masters of</a:t>
            </a: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Business Administration&lt;/option&gt;</a:t>
            </a:r>
          </a:p>
          <a:p>
            <a:pPr>
              <a:lnSpc>
                <a:spcPct val="113095"/>
              </a:lnSpc>
              <a:buNone/>
            </a:pPr>
            <a:r>
              <a:rPr lang="en-US" sz="1050" noProof="1">
                <a:latin typeface="Consolas" pitchFamily="49" charset="0"/>
                <a:cs typeface="Consolas" pitchFamily="49" charset="0"/>
              </a:rPr>
              <a:t>    &lt;/select&gt;</a:t>
            </a:r>
            <a:r>
              <a:rPr lang="en-US" sz="1050" b="0" dirty="0">
                <a:solidFill>
                  <a:srgbClr val="800000"/>
                </a:solidFill>
                <a:effectLst/>
                <a:latin typeface="Consolas" panose="020B0609020204030204" pitchFamily="49" charset="0"/>
              </a:rPr>
              <a:t>&lt;form</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method</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"POST"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action</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"apply-</a:t>
            </a:r>
            <a:r>
              <a:rPr lang="en-US" sz="1050" b="0" dirty="0" err="1">
                <a:solidFill>
                  <a:srgbClr val="0000FF"/>
                </a:solidFill>
                <a:effectLst/>
                <a:latin typeface="Consolas" panose="020B0609020204030204" pitchFamily="49" charset="0"/>
              </a:rPr>
              <a:t>now.php</a:t>
            </a:r>
            <a:r>
              <a:rPr lang="en-US" sz="1050" b="0" dirty="0">
                <a:solidFill>
                  <a:srgbClr val="0000FF"/>
                </a:solidFill>
                <a:effectLst/>
                <a:latin typeface="Consolas" panose="020B0609020204030204" pitchFamily="49" charset="0"/>
              </a:rPr>
              <a:t>"</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&lt;input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name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"subject"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type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"hidden"</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value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"Class"</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Degree:</a:t>
            </a: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&lt;select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name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"degree"</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&lt;option</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value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"BA"</a:t>
            </a:r>
            <a:r>
              <a:rPr lang="en-US" sz="1050" b="0" dirty="0">
                <a:solidFill>
                  <a:srgbClr val="800000"/>
                </a:solidFill>
                <a:effectLst/>
                <a:latin typeface="Consolas" panose="020B0609020204030204" pitchFamily="49" charset="0"/>
              </a:rPr>
              <a:t>&gt;</a:t>
            </a:r>
            <a:r>
              <a:rPr lang="en-US" sz="1050" b="0" dirty="0">
                <a:solidFill>
                  <a:srgbClr val="000000"/>
                </a:solidFill>
                <a:effectLst/>
                <a:latin typeface="Consolas" panose="020B0609020204030204" pitchFamily="49" charset="0"/>
              </a:rPr>
              <a:t>Bachelor of Arts</a:t>
            </a:r>
            <a:r>
              <a:rPr lang="en-US" sz="1050" b="0" dirty="0">
                <a:solidFill>
                  <a:srgbClr val="800000"/>
                </a:solidFill>
                <a:effectLst/>
                <a:latin typeface="Consolas" panose="020B0609020204030204" pitchFamily="49" charset="0"/>
              </a:rPr>
              <a:t>&lt;/option&gt;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&lt;option</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value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"BS"</a:t>
            </a:r>
            <a:r>
              <a:rPr lang="en-US" sz="1050" b="0" dirty="0">
                <a:solidFill>
                  <a:srgbClr val="800000"/>
                </a:solidFill>
                <a:effectLst/>
                <a:latin typeface="Consolas" panose="020B0609020204030204" pitchFamily="49" charset="0"/>
              </a:rPr>
              <a:t>&gt;</a:t>
            </a:r>
            <a:r>
              <a:rPr lang="en-US" sz="1050" b="0" dirty="0">
                <a:solidFill>
                  <a:srgbClr val="000000"/>
                </a:solidFill>
                <a:effectLst/>
                <a:latin typeface="Consolas" panose="020B0609020204030204" pitchFamily="49" charset="0"/>
              </a:rPr>
              <a:t>Bachelor of Science</a:t>
            </a:r>
            <a:r>
              <a:rPr lang="en-US" sz="1050" b="0" dirty="0">
                <a:solidFill>
                  <a:srgbClr val="800000"/>
                </a:solidFill>
                <a:effectLst/>
                <a:latin typeface="Consolas" panose="020B0609020204030204" pitchFamily="49" charset="0"/>
              </a:rPr>
              <a:t>&lt;/option&gt;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&lt;option</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value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"MBA"</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selected</a:t>
            </a:r>
            <a:r>
              <a:rPr lang="en-US" sz="1050" b="0" dirty="0">
                <a:solidFill>
                  <a:srgbClr val="800000"/>
                </a:solidFill>
                <a:effectLst/>
                <a:latin typeface="Consolas" panose="020B0609020204030204" pitchFamily="49" charset="0"/>
              </a:rPr>
              <a:t>&gt;</a:t>
            </a:r>
            <a:r>
              <a:rPr lang="en-US" sz="1050" b="0" dirty="0">
                <a:solidFill>
                  <a:srgbClr val="000000"/>
                </a:solidFill>
                <a:effectLst/>
                <a:latin typeface="Consolas" panose="020B0609020204030204" pitchFamily="49" charset="0"/>
              </a:rPr>
              <a:t>Master of Business Administration</a:t>
            </a:r>
            <a:r>
              <a:rPr lang="en-US" sz="1050" b="0" dirty="0">
                <a:solidFill>
                  <a:srgbClr val="800000"/>
                </a:solidFill>
                <a:effectLst/>
                <a:latin typeface="Consolas" panose="020B0609020204030204" pitchFamily="49" charset="0"/>
              </a:rPr>
              <a:t>&lt;/option&gt;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&lt;/select&gt;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First Name:</a:t>
            </a: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&lt;input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type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"text"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name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r>
              <a:rPr lang="en-US" sz="1050" b="0" dirty="0" err="1">
                <a:solidFill>
                  <a:srgbClr val="0000FF"/>
                </a:solidFill>
                <a:effectLst/>
                <a:latin typeface="Consolas" panose="020B0609020204030204" pitchFamily="49" charset="0"/>
              </a:rPr>
              <a:t>firstname</a:t>
            </a:r>
            <a:r>
              <a:rPr lang="en-US" sz="1050" b="0" dirty="0">
                <a:solidFill>
                  <a:srgbClr val="0000FF"/>
                </a:solidFill>
                <a:effectLst/>
                <a:latin typeface="Consolas" panose="020B0609020204030204" pitchFamily="49" charset="0"/>
              </a:rPr>
              <a:t>"</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Last Name:</a:t>
            </a: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&lt;input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type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"text"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name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r>
              <a:rPr lang="en-US" sz="1050" b="0" dirty="0" err="1">
                <a:solidFill>
                  <a:srgbClr val="0000FF"/>
                </a:solidFill>
                <a:effectLst/>
                <a:latin typeface="Consolas" panose="020B0609020204030204" pitchFamily="49" charset="0"/>
              </a:rPr>
              <a:t>lastname</a:t>
            </a:r>
            <a:r>
              <a:rPr lang="en-US" sz="1050" b="0" dirty="0">
                <a:solidFill>
                  <a:srgbClr val="0000FF"/>
                </a:solidFill>
                <a:effectLst/>
                <a:latin typeface="Consolas" panose="020B0609020204030204" pitchFamily="49" charset="0"/>
              </a:rPr>
              <a:t>"</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Student ID:</a:t>
            </a: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&lt;input</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type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"password"</a:t>
            </a:r>
            <a:r>
              <a:rPr lang="en-US" sz="1050" b="0" dirty="0">
                <a:solidFill>
                  <a:srgbClr val="000000"/>
                </a:solidFill>
                <a:effectLst/>
                <a:latin typeface="Consolas" panose="020B0609020204030204" pitchFamily="49" charset="0"/>
              </a:rPr>
              <a:t> </a:t>
            </a:r>
            <a:r>
              <a:rPr lang="en-US" sz="1050" b="0" dirty="0">
                <a:solidFill>
                  <a:srgbClr val="E50000"/>
                </a:solidFill>
                <a:effectLst/>
                <a:latin typeface="Consolas" panose="020B0609020204030204" pitchFamily="49" charset="0"/>
              </a:rPr>
              <a:t>name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r>
              <a:rPr lang="en-US" sz="1050" b="0" dirty="0" err="1">
                <a:solidFill>
                  <a:srgbClr val="0000FF"/>
                </a:solidFill>
                <a:effectLst/>
                <a:latin typeface="Consolas" panose="020B0609020204030204" pitchFamily="49" charset="0"/>
              </a:rPr>
              <a:t>studentid</a:t>
            </a:r>
            <a:r>
              <a:rPr lang="en-US" sz="1050" b="0" dirty="0">
                <a:solidFill>
                  <a:srgbClr val="0000FF"/>
                </a:solidFill>
                <a:effectLst/>
                <a:latin typeface="Consolas" panose="020B0609020204030204" pitchFamily="49" charset="0"/>
              </a:rPr>
              <a:t>"</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pPr>
              <a:lnSpc>
                <a:spcPct val="113095"/>
              </a:lnSpc>
              <a:buNone/>
            </a:pPr>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&lt;/p&gt;</a:t>
            </a:r>
            <a:endParaRPr lang="en-US" sz="1050" noProof="1">
              <a:latin typeface="Consolas" pitchFamily="49" charset="0"/>
              <a:cs typeface="Consolas" pitchFamily="49" charset="0"/>
            </a:endParaRPr>
          </a:p>
          <a:p>
            <a:pPr eaLnBrk="0" hangingPunct="0">
              <a:buClr>
                <a:schemeClr val="accent5">
                  <a:lumMod val="40000"/>
                  <a:lumOff val="60000"/>
                </a:schemeClr>
              </a:buClr>
              <a:buSzPct val="70000"/>
              <a:defRPr/>
            </a:pPr>
            <a:r>
              <a:rPr lang="en-US" sz="1050" noProof="1">
                <a:latin typeface="Consolas" pitchFamily="49" charset="0"/>
                <a:cs typeface="Consolas" pitchFamily="49" charset="0"/>
              </a:rPr>
              <a:t>  </a:t>
            </a:r>
          </a:p>
        </p:txBody>
      </p:sp>
      <p:sp>
        <p:nvSpPr>
          <p:cNvPr id="2" name="Footer Placeholder 1"/>
          <p:cNvSpPr>
            <a:spLocks noGrp="1"/>
          </p:cNvSpPr>
          <p:nvPr>
            <p:ph type="ftr" sz="quarter" idx="11"/>
          </p:nvPr>
        </p:nvSpPr>
        <p:spPr>
          <a:xfrm>
            <a:off x="3469201" y="6525533"/>
            <a:ext cx="5716488" cy="365125"/>
          </a:xfrm>
        </p:spPr>
        <p:txBody>
          <a:bodyPr/>
          <a:lstStyle/>
          <a:p>
            <a:r>
              <a:rPr lang="en-US" dirty="0"/>
              <a:t>Department of Computer Science, COMSATS University Islamabad, Attock Campus</a:t>
            </a:r>
          </a:p>
        </p:txBody>
      </p:sp>
      <p:sp>
        <p:nvSpPr>
          <p:cNvPr id="3" name="Slide Number Placeholder 2">
            <a:extLst>
              <a:ext uri="{FF2B5EF4-FFF2-40B4-BE49-F238E27FC236}">
                <a16:creationId xmlns="" xmlns:a16="http://schemas.microsoft.com/office/drawing/2014/main" id="{6FE599A1-BC45-557A-3831-4E46519FAD36}"/>
              </a:ext>
            </a:extLst>
          </p:cNvPr>
          <p:cNvSpPr>
            <a:spLocks noGrp="1"/>
          </p:cNvSpPr>
          <p:nvPr>
            <p:ph type="sldNum" sz="quarter" idx="12"/>
          </p:nvPr>
        </p:nvSpPr>
        <p:spPr/>
        <p:txBody>
          <a:bodyPr/>
          <a:lstStyle/>
          <a:p>
            <a:fld id="{EA01E00C-350D-493E-B140-69306DC35D1C}"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Rectangle 2"/>
          <p:cNvSpPr>
            <a:spLocks noGrp="1" noChangeArrowheads="1"/>
          </p:cNvSpPr>
          <p:nvPr>
            <p:ph type="title"/>
          </p:nvPr>
        </p:nvSpPr>
        <p:spPr/>
        <p:txBody>
          <a:bodyPr/>
          <a:lstStyle/>
          <a:p>
            <a:pPr>
              <a:defRPr/>
            </a:pPr>
            <a:r>
              <a:rPr lang="en-US" dirty="0"/>
              <a:t>HTML Forms – Example (2)</a:t>
            </a:r>
          </a:p>
        </p:txBody>
      </p:sp>
      <p:sp>
        <p:nvSpPr>
          <p:cNvPr id="967683" name="Rectangle 3"/>
          <p:cNvSpPr>
            <a:spLocks noChangeArrowheads="1"/>
          </p:cNvSpPr>
          <p:nvPr/>
        </p:nvSpPr>
        <p:spPr bwMode="auto">
          <a:xfrm>
            <a:off x="2349488" y="1264555"/>
            <a:ext cx="8075612" cy="470346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Gender:</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&lt;input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"gender"</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"radio"</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value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"Male"</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checked</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Male</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&lt;input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"gender"</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"radio"</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value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"Female"</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Female</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E-mail:</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&lt;input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"email"</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"email"</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textarea</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"terms"</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cols</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"30"</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rows</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"4"</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readonly</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TERMS AND CONDITIONS</a:t>
            </a:r>
          </a:p>
          <a:p>
            <a:pPr>
              <a:lnSpc>
                <a:spcPct val="113095"/>
              </a:lnSpc>
              <a:buNone/>
            </a:pPr>
            <a:r>
              <a:rPr lang="en-US" sz="1400" b="0" dirty="0">
                <a:solidFill>
                  <a:srgbClr val="000000"/>
                </a:solidFill>
                <a:effectLst/>
                <a:latin typeface="Consolas" panose="020B0609020204030204" pitchFamily="49" charset="0"/>
              </a:rPr>
              <a:t>By clicking the Send Form button you agree to submit this form.</a:t>
            </a: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800000"/>
                </a:solidFill>
                <a:effectLst/>
                <a:latin typeface="Consolas" panose="020B0609020204030204" pitchFamily="49" charset="0"/>
              </a:rPr>
              <a:t>textarea</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&lt;input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type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"submit"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name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"button"</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value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"Send Form"</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&lt;/p&gt;</a:t>
            </a:r>
            <a:endParaRPr lang="en-US" sz="1400" b="0" dirty="0">
              <a:solidFill>
                <a:srgbClr val="000000"/>
              </a:solidFill>
              <a:effectLst/>
              <a:latin typeface="Consolas" panose="020B0609020204030204" pitchFamily="49" charset="0"/>
            </a:endParaRPr>
          </a:p>
          <a:p>
            <a:pPr>
              <a:lnSpc>
                <a:spcPct val="113095"/>
              </a:lnSpc>
              <a:buNone/>
            </a:pP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&lt;/form&gt;</a:t>
            </a:r>
            <a:endParaRPr lang="en-US" sz="1400" b="0" dirty="0">
              <a:solidFill>
                <a:srgbClr val="000000"/>
              </a:solidFill>
              <a:effectLst/>
              <a:latin typeface="Consolas" panose="020B0609020204030204" pitchFamily="49" charset="0"/>
            </a:endParaRPr>
          </a:p>
        </p:txBody>
      </p:sp>
      <p:sp>
        <p:nvSpPr>
          <p:cNvPr id="2" name="Footer Placeholder 1"/>
          <p:cNvSpPr>
            <a:spLocks noGrp="1"/>
          </p:cNvSpPr>
          <p:nvPr>
            <p:ph type="ftr" sz="quarter" idx="11"/>
          </p:nvPr>
        </p:nvSpPr>
        <p:spPr>
          <a:xfrm>
            <a:off x="3657600" y="6459284"/>
            <a:ext cx="5716488" cy="365125"/>
          </a:xfrm>
        </p:spPr>
        <p:txBody>
          <a:bodyPr/>
          <a:lstStyle/>
          <a:p>
            <a:r>
              <a:rPr lang="en-US" dirty="0"/>
              <a:t>Department of Computer Science, COMSATS University Islamabad, Attock Campus</a:t>
            </a:r>
          </a:p>
        </p:txBody>
      </p:sp>
      <p:sp>
        <p:nvSpPr>
          <p:cNvPr id="3" name="Slide Number Placeholder 2">
            <a:extLst>
              <a:ext uri="{FF2B5EF4-FFF2-40B4-BE49-F238E27FC236}">
                <a16:creationId xmlns="" xmlns:a16="http://schemas.microsoft.com/office/drawing/2014/main" id="{98259D6F-94F7-FA8F-4DA2-D24F8C126483}"/>
              </a:ext>
            </a:extLst>
          </p:cNvPr>
          <p:cNvSpPr>
            <a:spLocks noGrp="1"/>
          </p:cNvSpPr>
          <p:nvPr>
            <p:ph type="sldNum" sz="quarter" idx="12"/>
          </p:nvPr>
        </p:nvSpPr>
        <p:spPr/>
        <p:txBody>
          <a:bodyPr/>
          <a:lstStyle/>
          <a:p>
            <a:fld id="{EA01E00C-350D-493E-B140-69306DC35D1C}"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905556" y="6477001"/>
            <a:ext cx="5716488" cy="365125"/>
          </a:xfrm>
        </p:spPr>
        <p:txBody>
          <a:bodyPr/>
          <a:lstStyle/>
          <a:p>
            <a:r>
              <a:rPr lang="en-US" dirty="0"/>
              <a:t>Department of Computer Science, COMSATS University Islamabad, Attock Campus</a:t>
            </a:r>
          </a:p>
        </p:txBody>
      </p:sp>
      <p:sp>
        <p:nvSpPr>
          <p:cNvPr id="4" name="Title 3">
            <a:extLst>
              <a:ext uri="{FF2B5EF4-FFF2-40B4-BE49-F238E27FC236}">
                <a16:creationId xmlns="" xmlns:a16="http://schemas.microsoft.com/office/drawing/2014/main" id="{491D1BC6-1717-6607-C346-A889B60F28D1}"/>
              </a:ext>
            </a:extLst>
          </p:cNvPr>
          <p:cNvSpPr>
            <a:spLocks noGrp="1"/>
          </p:cNvSpPr>
          <p:nvPr>
            <p:ph type="title"/>
          </p:nvPr>
        </p:nvSpPr>
        <p:spPr/>
        <p:txBody>
          <a:bodyPr/>
          <a:lstStyle/>
          <a:p>
            <a:endParaRPr lang="en-US"/>
          </a:p>
        </p:txBody>
      </p:sp>
      <p:pic>
        <p:nvPicPr>
          <p:cNvPr id="6" name="Picture 5">
            <a:extLst>
              <a:ext uri="{FF2B5EF4-FFF2-40B4-BE49-F238E27FC236}">
                <a16:creationId xmlns="" xmlns:a16="http://schemas.microsoft.com/office/drawing/2014/main" id="{7872E018-A348-5F5E-DDA3-FF06EB4DE35E}"/>
              </a:ext>
            </a:extLst>
          </p:cNvPr>
          <p:cNvPicPr>
            <a:picLocks noChangeAspect="1"/>
          </p:cNvPicPr>
          <p:nvPr/>
        </p:nvPicPr>
        <p:blipFill>
          <a:blip r:embed="rId3"/>
          <a:stretch>
            <a:fillRect/>
          </a:stretch>
        </p:blipFill>
        <p:spPr>
          <a:xfrm>
            <a:off x="3373070" y="0"/>
            <a:ext cx="5445860" cy="6858000"/>
          </a:xfrm>
          <a:prstGeom prst="rect">
            <a:avLst/>
          </a:prstGeom>
        </p:spPr>
      </p:pic>
      <p:sp>
        <p:nvSpPr>
          <p:cNvPr id="3" name="Slide Number Placeholder 2">
            <a:extLst>
              <a:ext uri="{FF2B5EF4-FFF2-40B4-BE49-F238E27FC236}">
                <a16:creationId xmlns="" xmlns:a16="http://schemas.microsoft.com/office/drawing/2014/main" id="{23A9B04F-F13B-87B0-76F1-E23060482E75}"/>
              </a:ext>
            </a:extLst>
          </p:cNvPr>
          <p:cNvSpPr>
            <a:spLocks noGrp="1"/>
          </p:cNvSpPr>
          <p:nvPr>
            <p:ph type="sldNum" sz="quarter" idx="12"/>
          </p:nvPr>
        </p:nvSpPr>
        <p:spPr/>
        <p:txBody>
          <a:bodyPr/>
          <a:lstStyle/>
          <a:p>
            <a:fld id="{EA01E00C-350D-493E-B140-69306DC35D1C}" type="slidenum">
              <a:rPr lang="en-US" smtClean="0"/>
              <a:pPr/>
              <a:t>69</a:t>
            </a:fld>
            <a:endParaRPr 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1815</TotalTime>
  <Words>4997</Words>
  <Application>Microsoft Office PowerPoint</Application>
  <PresentationFormat>Widescreen</PresentationFormat>
  <Paragraphs>890</Paragraphs>
  <Slides>69</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69</vt:i4>
      </vt:variant>
    </vt:vector>
  </HeadingPairs>
  <TitlesOfParts>
    <vt:vector size="81" baseType="lpstr">
      <vt:lpstr>Aptos</vt:lpstr>
      <vt:lpstr>Arial</vt:lpstr>
      <vt:lpstr>Calibri</vt:lpstr>
      <vt:lpstr>Century Gothic</vt:lpstr>
      <vt:lpstr>Consolas</vt:lpstr>
      <vt:lpstr>Corbel</vt:lpstr>
      <vt:lpstr>Courier New</vt:lpstr>
      <vt:lpstr>Times New Roman</vt:lpstr>
      <vt:lpstr>Wingdings</vt:lpstr>
      <vt:lpstr>Wingdings 2</vt:lpstr>
      <vt:lpstr>Wingdings 3</vt:lpstr>
      <vt:lpstr>Wisp</vt:lpstr>
      <vt:lpstr>Web Technologies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HTML Terminology</vt:lpstr>
      <vt:lpstr>HTML Elements</vt:lpstr>
      <vt:lpstr>PowerPoint Presentation</vt:lpstr>
      <vt:lpstr>PowerPoint Presentation</vt:lpstr>
      <vt:lpstr>PowerPoint Presentation</vt:lpstr>
      <vt:lpstr>PowerPoint Presentation</vt:lpstr>
      <vt:lpstr>HTML Validator</vt:lpstr>
      <vt:lpstr>PowerPoint Presentation</vt:lpstr>
      <vt:lpstr>PowerPoint Presentation</vt:lpstr>
      <vt:lpstr>Text Formatting</vt:lpstr>
      <vt:lpstr>PowerPoint Presentation</vt:lpstr>
      <vt:lpstr>PowerPoint Presentation</vt:lpstr>
      <vt:lpstr>PowerPoint Presentation</vt:lpstr>
      <vt:lpstr>PowerPoint Presentation</vt:lpstr>
      <vt:lpstr>PowerPoint Presentation</vt:lpstr>
      <vt:lpstr>PowerPoint Presentation</vt:lpstr>
      <vt:lpstr>Ordered Lists: &lt;ol&gt; Tag</vt:lpstr>
      <vt:lpstr>Unordered Lists: &lt;ul&gt; Tag</vt:lpstr>
      <vt:lpstr>Definition lists: &lt;dl&gt; tag</vt:lpstr>
      <vt:lpstr>PowerPoint Presentation</vt:lpstr>
      <vt:lpstr>HTML Tables</vt:lpstr>
      <vt:lpstr>Simple HTML Tables – Example</vt:lpstr>
      <vt:lpstr>Simple HTML Tables</vt:lpstr>
      <vt:lpstr>Data Cells and Header Cells</vt:lpstr>
      <vt:lpstr>Complete HTML Tables</vt:lpstr>
      <vt:lpstr>Complete HTML Table: Example</vt:lpstr>
      <vt:lpstr>Complete HTML Table:Example</vt:lpstr>
      <vt:lpstr>Nested HTML Tables</vt:lpstr>
      <vt:lpstr>Nested Tables</vt:lpstr>
      <vt:lpstr>Cell Spacing and Padding</vt:lpstr>
      <vt:lpstr>Row and Column  Spans</vt:lpstr>
      <vt:lpstr>Column and Row Span</vt:lpstr>
      <vt:lpstr>Column and Row Span</vt:lpstr>
      <vt:lpstr>Column and Row Span</vt:lpstr>
      <vt:lpstr>PowerPoint Presentation</vt:lpstr>
      <vt:lpstr>PowerPoint Presentation</vt:lpstr>
      <vt:lpstr>Semantic HTML and Accessibility </vt:lpstr>
      <vt:lpstr>PowerPoint Presentation</vt:lpstr>
      <vt:lpstr>Block Level Elements</vt:lpstr>
      <vt:lpstr>Inline Elements</vt:lpstr>
      <vt:lpstr>The &lt;div&gt; Tag</vt:lpstr>
      <vt:lpstr>The &lt;span&gt; Tag</vt:lpstr>
      <vt:lpstr>HTML Forms</vt:lpstr>
      <vt:lpstr>HTML Forms</vt:lpstr>
      <vt:lpstr>Common Attributes</vt:lpstr>
      <vt:lpstr>Client-Side Validation Attributes</vt:lpstr>
      <vt:lpstr>Form Fields</vt:lpstr>
      <vt:lpstr>Form Input Controls</vt:lpstr>
      <vt:lpstr>Other Form Controls</vt:lpstr>
      <vt:lpstr>Other Form Controls (2)</vt:lpstr>
      <vt:lpstr>Other Form Controls (3)</vt:lpstr>
      <vt:lpstr>HTML Forms – Example</vt:lpstr>
      <vt:lpstr>HTML Forms – Example (2)</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faiza</dc:creator>
  <cp:lastModifiedBy>Microsoft account</cp:lastModifiedBy>
  <cp:revision>47</cp:revision>
  <dcterms:created xsi:type="dcterms:W3CDTF">2024-08-30T06:32:38Z</dcterms:created>
  <dcterms:modified xsi:type="dcterms:W3CDTF">2026-09-22T05:12:30Z</dcterms:modified>
</cp:coreProperties>
</file>